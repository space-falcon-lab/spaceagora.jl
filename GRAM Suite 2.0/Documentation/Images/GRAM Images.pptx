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6" r:id="rId7"/>
    <p:sldId id="267" r:id="rId8"/>
    <p:sldId id="261" r:id="rId9"/>
    <p:sldId id="263" r:id="rId10"/>
    <p:sldId id="264" r:id="rId11"/>
    <p:sldId id="265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69" autoAdjust="0"/>
  </p:normalViewPr>
  <p:slideViewPr>
    <p:cSldViewPr snapToGrid="0">
      <p:cViewPr varScale="1">
        <p:scale>
          <a:sx n="91" d="100"/>
          <a:sy n="91" d="100"/>
        </p:scale>
        <p:origin x="14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5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94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6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76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01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10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71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7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99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5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4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3AF1-1CDD-4260-9C8F-9DB5B7F002D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0059C-29BB-4F27-8772-A9F9E032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74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3806" y="415447"/>
            <a:ext cx="5582194" cy="2713334"/>
          </a:xfrm>
          <a:prstGeom prst="rect">
            <a:avLst/>
          </a:prstGeom>
          <a:solidFill>
            <a:srgbClr val="FFFF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79902" y="1761271"/>
            <a:ext cx="792480" cy="6297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Venus</a:t>
            </a:r>
          </a:p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394897" y="1761271"/>
            <a:ext cx="792480" cy="6297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Neptune</a:t>
            </a:r>
          </a:p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892" y="1761271"/>
            <a:ext cx="792480" cy="6297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Mars</a:t>
            </a:r>
          </a:p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1161" y="14434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1096" y="14434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91" y="14494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345" y="772560"/>
            <a:ext cx="617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Shared</a:t>
            </a:r>
          </a:p>
          <a:p>
            <a:pPr algn="ctr"/>
            <a:r>
              <a:rPr lang="en-US" sz="1200" dirty="0"/>
              <a:t>code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644528" y="984460"/>
            <a:ext cx="278674" cy="152400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62465" y="1789433"/>
            <a:ext cx="1130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Unique models</a:t>
            </a:r>
          </a:p>
          <a:p>
            <a:pPr algn="ctr"/>
            <a:r>
              <a:rPr lang="en-US" sz="1200" dirty="0"/>
              <a:t>and data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644528" y="1996405"/>
            <a:ext cx="278674" cy="15240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079902" y="571592"/>
            <a:ext cx="3422470" cy="2935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NAIF SPICE Library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9902" y="865113"/>
            <a:ext cx="3422470" cy="637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GRAM Common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1096" y="23334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9902" y="2644322"/>
            <a:ext cx="3422470" cy="2935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916" y="2482450"/>
            <a:ext cx="1071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Main program</a:t>
            </a:r>
          </a:p>
          <a:p>
            <a:pPr algn="ctr"/>
            <a:r>
              <a:rPr lang="en-US" sz="1200" dirty="0"/>
              <a:t>or</a:t>
            </a:r>
          </a:p>
          <a:p>
            <a:pPr algn="ctr"/>
            <a:r>
              <a:rPr lang="en-US" sz="1200" dirty="0"/>
              <a:t>simulation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644528" y="2737022"/>
            <a:ext cx="278674" cy="1524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F12FE6-E5C5-4CA7-B3AD-ED893880B835}"/>
              </a:ext>
            </a:extLst>
          </p:cNvPr>
          <p:cNvSpPr txBox="1"/>
          <p:nvPr/>
        </p:nvSpPr>
        <p:spPr>
          <a:xfrm>
            <a:off x="761111" y="6110868"/>
            <a:ext cx="1094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HighLevel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789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5973" y="48226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MonteCarlo</a:t>
            </a: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4671640" y="1167503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Perturbed</a:t>
            </a:r>
            <a:br>
              <a:rPr lang="en-US" sz="1200" dirty="0"/>
            </a:br>
            <a:r>
              <a:rPr lang="en-US" sz="1200" dirty="0"/>
              <a:t>Atmosphere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5437" y="2365380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ProfilePrinter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225437" y="1170433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1886" y="1167503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Trajectory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9022" y="117527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26790" y="1767905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01886" y="176790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116778" y="1898790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Namelist</a:t>
            </a:r>
            <a:endParaRPr lang="en-US" sz="1200" dirty="0"/>
          </a:p>
          <a:p>
            <a:pPr algn="ctr"/>
            <a:r>
              <a:rPr lang="en-US" sz="1200" dirty="0"/>
              <a:t>Reader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584160" y="1898790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BodyNamelist</a:t>
            </a:r>
            <a:endParaRPr lang="en-US" sz="1100" dirty="0"/>
          </a:p>
          <a:p>
            <a:pPr algn="ctr"/>
            <a:r>
              <a:rPr lang="en-US" sz="1100" dirty="0"/>
              <a:t>Reader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CEAC093-553D-4C94-9B3C-668432D65582}"/>
              </a:ext>
            </a:extLst>
          </p:cNvPr>
          <p:cNvGrpSpPr/>
          <p:nvPr/>
        </p:nvGrpSpPr>
        <p:grpSpPr>
          <a:xfrm>
            <a:off x="5128878" y="2535751"/>
            <a:ext cx="1801537" cy="591747"/>
            <a:chOff x="5896431" y="1859624"/>
            <a:chExt cx="1801537" cy="591747"/>
          </a:xfrm>
        </p:grpSpPr>
        <p:sp>
          <p:nvSpPr>
            <p:cNvPr id="117" name="Rectangle 116"/>
            <p:cNvSpPr/>
            <p:nvPr/>
          </p:nvSpPr>
          <p:spPr>
            <a:xfrm>
              <a:off x="5896431" y="1898217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6440894" y="189292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5896431" y="221296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6440894" y="220767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656464" y="1859624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6656464" y="2174372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148" name="Straight Arrow Connector 147"/>
            <p:cNvCxnSpPr>
              <a:stCxn id="124" idx="1"/>
              <a:endCxn id="123" idx="3"/>
            </p:cNvCxnSpPr>
            <p:nvPr/>
          </p:nvCxnSpPr>
          <p:spPr>
            <a:xfrm flipH="1">
              <a:off x="6100475" y="2309063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119" idx="1"/>
              <a:endCxn id="117" idx="3"/>
            </p:cNvCxnSpPr>
            <p:nvPr/>
          </p:nvCxnSpPr>
          <p:spPr>
            <a:xfrm flipH="1">
              <a:off x="6100475" y="1994315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8" name="Elbow Connector 167"/>
          <p:cNvCxnSpPr>
            <a:cxnSpLocks/>
            <a:stCxn id="83" idx="1"/>
            <a:endCxn id="2" idx="2"/>
          </p:cNvCxnSpPr>
          <p:nvPr/>
        </p:nvCxnSpPr>
        <p:spPr>
          <a:xfrm rot="10800000">
            <a:off x="1062610" y="829735"/>
            <a:ext cx="164181" cy="1111907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5" idx="1"/>
            <a:endCxn id="2" idx="2"/>
          </p:cNvCxnSpPr>
          <p:nvPr/>
        </p:nvCxnSpPr>
        <p:spPr>
          <a:xfrm rot="10800000">
            <a:off x="1062609" y="829735"/>
            <a:ext cx="162828" cy="514435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Elbow Connector 171"/>
          <p:cNvCxnSpPr>
            <a:stCxn id="4" idx="1"/>
            <a:endCxn id="2" idx="2"/>
          </p:cNvCxnSpPr>
          <p:nvPr/>
        </p:nvCxnSpPr>
        <p:spPr>
          <a:xfrm rot="10800000">
            <a:off x="1062609" y="829734"/>
            <a:ext cx="162828" cy="1709382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1D17F17-56C0-4B9A-A968-6F73C6907ABB}"/>
              </a:ext>
            </a:extLst>
          </p:cNvPr>
          <p:cNvSpPr/>
          <p:nvPr/>
        </p:nvSpPr>
        <p:spPr>
          <a:xfrm>
            <a:off x="2701886" y="236201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BodyProfile</a:t>
            </a:r>
            <a:endParaRPr lang="en-US" sz="1200" dirty="0"/>
          </a:p>
          <a:p>
            <a:pPr algn="ctr"/>
            <a:r>
              <a:rPr lang="en-US" sz="1200" dirty="0"/>
              <a:t>Printer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E8A1751-9F65-4B7D-AAB4-EBEDF1945F4D}"/>
              </a:ext>
            </a:extLst>
          </p:cNvPr>
          <p:cNvCxnSpPr>
            <a:cxnSpLocks/>
            <a:stCxn id="18" idx="1"/>
            <a:endCxn id="5" idx="3"/>
          </p:cNvCxnSpPr>
          <p:nvPr/>
        </p:nvCxnSpPr>
        <p:spPr>
          <a:xfrm flipH="1">
            <a:off x="2258709" y="1341239"/>
            <a:ext cx="443177" cy="2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183CDE4-AD55-4005-8B3A-A32033C0F6D3}"/>
              </a:ext>
            </a:extLst>
          </p:cNvPr>
          <p:cNvCxnSpPr>
            <a:cxnSpLocks/>
            <a:stCxn id="84" idx="1"/>
            <a:endCxn id="83" idx="3"/>
          </p:cNvCxnSpPr>
          <p:nvPr/>
        </p:nvCxnSpPr>
        <p:spPr>
          <a:xfrm flipH="1">
            <a:off x="2260062" y="1941641"/>
            <a:ext cx="4418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450414-7CDD-4E9D-8CC9-BB88EEF8B9FF}"/>
              </a:ext>
            </a:extLst>
          </p:cNvPr>
          <p:cNvCxnSpPr>
            <a:cxnSpLocks/>
            <a:stCxn id="33" idx="1"/>
            <a:endCxn id="4" idx="3"/>
          </p:cNvCxnSpPr>
          <p:nvPr/>
        </p:nvCxnSpPr>
        <p:spPr>
          <a:xfrm flipH="1">
            <a:off x="2258709" y="2535751"/>
            <a:ext cx="443177" cy="3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5FC71F63-A01D-4D0D-9331-087720330D6E}"/>
              </a:ext>
            </a:extLst>
          </p:cNvPr>
          <p:cNvSpPr/>
          <p:nvPr/>
        </p:nvSpPr>
        <p:spPr>
          <a:xfrm>
            <a:off x="3947108" y="482260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Trajectory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49FF3F6-6B70-4270-A1F6-BC788674D9B8}"/>
              </a:ext>
            </a:extLst>
          </p:cNvPr>
          <p:cNvCxnSpPr>
            <a:cxnSpLocks/>
            <a:stCxn id="41" idx="1"/>
            <a:endCxn id="3" idx="3"/>
          </p:cNvCxnSpPr>
          <p:nvPr/>
        </p:nvCxnSpPr>
        <p:spPr>
          <a:xfrm flipH="1" flipV="1">
            <a:off x="5704912" y="1341239"/>
            <a:ext cx="434110" cy="7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Elbow Connector 169">
            <a:extLst>
              <a:ext uri="{FF2B5EF4-FFF2-40B4-BE49-F238E27FC236}">
                <a16:creationId xmlns:a16="http://schemas.microsoft.com/office/drawing/2014/main" id="{302549D3-F551-42D0-BA7F-426CB2F702E2}"/>
              </a:ext>
            </a:extLst>
          </p:cNvPr>
          <p:cNvCxnSpPr>
            <a:cxnSpLocks/>
            <a:stCxn id="3" idx="1"/>
            <a:endCxn id="94" idx="2"/>
          </p:cNvCxnSpPr>
          <p:nvPr/>
        </p:nvCxnSpPr>
        <p:spPr>
          <a:xfrm rot="10800000">
            <a:off x="4463744" y="829733"/>
            <a:ext cx="207896" cy="511507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F282E35-181B-406C-AB57-D373A0E9C377}"/>
              </a:ext>
            </a:extLst>
          </p:cNvPr>
          <p:cNvSpPr/>
          <p:nvPr/>
        </p:nvSpPr>
        <p:spPr>
          <a:xfrm>
            <a:off x="4671640" y="1764978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10DFD68-8F34-4FD3-BA48-DBAA1E792423}"/>
              </a:ext>
            </a:extLst>
          </p:cNvPr>
          <p:cNvSpPr/>
          <p:nvPr/>
        </p:nvSpPr>
        <p:spPr>
          <a:xfrm>
            <a:off x="6139022" y="1764978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8C3370D-D6A7-42AF-A981-8F5F8A53A067}"/>
              </a:ext>
            </a:extLst>
          </p:cNvPr>
          <p:cNvCxnSpPr>
            <a:cxnSpLocks/>
            <a:stCxn id="108" idx="1"/>
            <a:endCxn id="107" idx="3"/>
          </p:cNvCxnSpPr>
          <p:nvPr/>
        </p:nvCxnSpPr>
        <p:spPr>
          <a:xfrm flipH="1">
            <a:off x="5704912" y="1938714"/>
            <a:ext cx="434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Elbow Connector 169">
            <a:extLst>
              <a:ext uri="{FF2B5EF4-FFF2-40B4-BE49-F238E27FC236}">
                <a16:creationId xmlns:a16="http://schemas.microsoft.com/office/drawing/2014/main" id="{E7322961-35D5-4918-B7C8-C9070CB9A9A7}"/>
              </a:ext>
            </a:extLst>
          </p:cNvPr>
          <p:cNvCxnSpPr>
            <a:cxnSpLocks/>
            <a:stCxn id="107" idx="1"/>
            <a:endCxn id="94" idx="2"/>
          </p:cNvCxnSpPr>
          <p:nvPr/>
        </p:nvCxnSpPr>
        <p:spPr>
          <a:xfrm rot="10800000">
            <a:off x="4463744" y="829732"/>
            <a:ext cx="207896" cy="1108982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7635223-9729-4BA1-8131-A10028F1EA8D}"/>
              </a:ext>
            </a:extLst>
          </p:cNvPr>
          <p:cNvSpPr/>
          <p:nvPr/>
        </p:nvSpPr>
        <p:spPr>
          <a:xfrm>
            <a:off x="7391957" y="485353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E760AE8-8B6F-481A-A774-B3C3FFB16B15}"/>
              </a:ext>
            </a:extLst>
          </p:cNvPr>
          <p:cNvSpPr/>
          <p:nvPr/>
        </p:nvSpPr>
        <p:spPr>
          <a:xfrm>
            <a:off x="8123041" y="117527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cxnSp>
        <p:nvCxnSpPr>
          <p:cNvPr id="121" name="Elbow Connector 169">
            <a:extLst>
              <a:ext uri="{FF2B5EF4-FFF2-40B4-BE49-F238E27FC236}">
                <a16:creationId xmlns:a16="http://schemas.microsoft.com/office/drawing/2014/main" id="{ECBD5666-6458-4E9A-AEF7-94A07C53C649}"/>
              </a:ext>
            </a:extLst>
          </p:cNvPr>
          <p:cNvCxnSpPr>
            <a:cxnSpLocks/>
            <a:stCxn id="118" idx="1"/>
            <a:endCxn id="115" idx="2"/>
          </p:cNvCxnSpPr>
          <p:nvPr/>
        </p:nvCxnSpPr>
        <p:spPr>
          <a:xfrm rot="10800000">
            <a:off x="7908593" y="832825"/>
            <a:ext cx="214448" cy="516190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ED31C02-B13C-4939-97C6-D457AEE95DE7}"/>
              </a:ext>
            </a:extLst>
          </p:cNvPr>
          <p:cNvSpPr/>
          <p:nvPr/>
        </p:nvSpPr>
        <p:spPr>
          <a:xfrm>
            <a:off x="8116778" y="2518745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A60B14E-C2E2-410E-B1F2-BF2CED7A931C}"/>
              </a:ext>
            </a:extLst>
          </p:cNvPr>
          <p:cNvSpPr/>
          <p:nvPr/>
        </p:nvSpPr>
        <p:spPr>
          <a:xfrm>
            <a:off x="9584160" y="251874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6C86BA50-F163-4F18-AB9E-AEDA54E5D9AD}"/>
              </a:ext>
            </a:extLst>
          </p:cNvPr>
          <p:cNvCxnSpPr>
            <a:cxnSpLocks/>
            <a:stCxn id="126" idx="1"/>
            <a:endCxn id="125" idx="3"/>
          </p:cNvCxnSpPr>
          <p:nvPr/>
        </p:nvCxnSpPr>
        <p:spPr>
          <a:xfrm flipH="1">
            <a:off x="9150050" y="2692481"/>
            <a:ext cx="434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A41AEF9-B767-41B6-B5E4-2C30FC68395E}"/>
              </a:ext>
            </a:extLst>
          </p:cNvPr>
          <p:cNvCxnSpPr>
            <a:cxnSpLocks/>
            <a:stCxn id="97" idx="1"/>
            <a:endCxn id="96" idx="3"/>
          </p:cNvCxnSpPr>
          <p:nvPr/>
        </p:nvCxnSpPr>
        <p:spPr>
          <a:xfrm flipH="1">
            <a:off x="9150050" y="2072526"/>
            <a:ext cx="434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295362A2-476C-469A-B6AD-039B445A603A}"/>
              </a:ext>
            </a:extLst>
          </p:cNvPr>
          <p:cNvCxnSpPr>
            <a:cxnSpLocks/>
            <a:stCxn id="125" idx="0"/>
            <a:endCxn id="96" idx="2"/>
          </p:cNvCxnSpPr>
          <p:nvPr/>
        </p:nvCxnSpPr>
        <p:spPr>
          <a:xfrm flipV="1">
            <a:off x="8633414" y="2246262"/>
            <a:ext cx="0" cy="272483"/>
          </a:xfrm>
          <a:prstGeom prst="straightConnector1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7C4BC0F-4542-4BF3-8E21-DB77944D4DF0}"/>
              </a:ext>
            </a:extLst>
          </p:cNvPr>
          <p:cNvCxnSpPr>
            <a:cxnSpLocks/>
            <a:stCxn id="126" idx="0"/>
            <a:endCxn id="97" idx="2"/>
          </p:cNvCxnSpPr>
          <p:nvPr/>
        </p:nvCxnSpPr>
        <p:spPr>
          <a:xfrm flipV="1">
            <a:off x="10100796" y="2246262"/>
            <a:ext cx="0" cy="272483"/>
          </a:xfrm>
          <a:prstGeom prst="straightConnector1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4F3ED90-2967-4893-BD28-0214DEB28D94}"/>
              </a:ext>
            </a:extLst>
          </p:cNvPr>
          <p:cNvSpPr txBox="1"/>
          <p:nvPr/>
        </p:nvSpPr>
        <p:spPr>
          <a:xfrm>
            <a:off x="761111" y="6110868"/>
            <a:ext cx="184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BodyGramClasses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3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95368" y="153887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Perturbed</a:t>
            </a:r>
            <a:br>
              <a:rPr lang="en-US" sz="1200" dirty="0"/>
            </a:br>
            <a:r>
              <a:rPr lang="en-US" sz="1200" dirty="0"/>
              <a:t>Atmosphere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73497" y="153887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95367" y="893681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Common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B70569E-B938-4750-8579-50D441966367}"/>
              </a:ext>
            </a:extLst>
          </p:cNvPr>
          <p:cNvGrpSpPr/>
          <p:nvPr/>
        </p:nvGrpSpPr>
        <p:grpSpPr>
          <a:xfrm>
            <a:off x="5332833" y="3415102"/>
            <a:ext cx="1801537" cy="591747"/>
            <a:chOff x="5801182" y="3939209"/>
            <a:chExt cx="1801537" cy="591747"/>
          </a:xfrm>
        </p:grpSpPr>
        <p:sp>
          <p:nvSpPr>
            <p:cNvPr id="117" name="Rectangle 116"/>
            <p:cNvSpPr/>
            <p:nvPr/>
          </p:nvSpPr>
          <p:spPr>
            <a:xfrm>
              <a:off x="5801182" y="3977802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6345645" y="3972511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5801182" y="4292550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6345645" y="4287259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561215" y="3939209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6561215" y="4253957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148" name="Straight Arrow Connector 147"/>
            <p:cNvCxnSpPr>
              <a:stCxn id="124" idx="1"/>
              <a:endCxn id="123" idx="3"/>
            </p:cNvCxnSpPr>
            <p:nvPr/>
          </p:nvCxnSpPr>
          <p:spPr>
            <a:xfrm flipH="1">
              <a:off x="6005226" y="4388648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119" idx="1"/>
              <a:endCxn id="117" idx="3"/>
            </p:cNvCxnSpPr>
            <p:nvPr/>
          </p:nvCxnSpPr>
          <p:spPr>
            <a:xfrm flipH="1">
              <a:off x="6005226" y="4073900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Rectangle 31"/>
          <p:cNvSpPr/>
          <p:nvPr/>
        </p:nvSpPr>
        <p:spPr>
          <a:xfrm>
            <a:off x="3819982" y="898707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Auxiliary</a:t>
            </a:r>
          </a:p>
          <a:p>
            <a:pPr algn="ctr"/>
            <a:r>
              <a:rPr lang="en-US" sz="1200" dirty="0"/>
              <a:t>Adapter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9982" y="153887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13" name="Straight Arrow Connector 12"/>
          <p:cNvCxnSpPr>
            <a:stCxn id="5" idx="3"/>
            <a:endCxn id="3" idx="1"/>
          </p:cNvCxnSpPr>
          <p:nvPr/>
        </p:nvCxnSpPr>
        <p:spPr>
          <a:xfrm>
            <a:off x="1406769" y="1712608"/>
            <a:ext cx="688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5" idx="3"/>
            <a:endCxn id="83" idx="1"/>
          </p:cNvCxnSpPr>
          <p:nvPr/>
        </p:nvCxnSpPr>
        <p:spPr>
          <a:xfrm flipV="1">
            <a:off x="1406769" y="1067417"/>
            <a:ext cx="688598" cy="6451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cxnSpLocks/>
            <a:stCxn id="55" idx="2"/>
            <a:endCxn id="33" idx="3"/>
          </p:cNvCxnSpPr>
          <p:nvPr/>
        </p:nvCxnSpPr>
        <p:spPr>
          <a:xfrm rot="5400000">
            <a:off x="5132061" y="967372"/>
            <a:ext cx="466429" cy="10240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811648" y="2179036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Perturbation</a:t>
            </a:r>
          </a:p>
          <a:p>
            <a:pPr algn="ctr"/>
            <a:r>
              <a:rPr lang="en-US" sz="1200" dirty="0"/>
              <a:t>State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12394" y="2791600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GramTime</a:t>
            </a:r>
            <a:endParaRPr lang="en-US" sz="1200" dirty="0"/>
          </a:p>
        </p:txBody>
      </p:sp>
      <p:sp>
        <p:nvSpPr>
          <p:cNvPr id="51" name="Rectangle 50"/>
          <p:cNvSpPr/>
          <p:nvPr/>
        </p:nvSpPr>
        <p:spPr>
          <a:xfrm>
            <a:off x="2811648" y="3459363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Position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6262" y="2179036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  <a:p>
            <a:pPr algn="ctr"/>
            <a:r>
              <a:rPr lang="en-US" sz="1200" dirty="0"/>
              <a:t>State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32177" y="2796626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Ephemeris</a:t>
            </a:r>
          </a:p>
          <a:p>
            <a:pPr algn="ctr"/>
            <a:r>
              <a:rPr lang="en-US" sz="1200" dirty="0"/>
              <a:t>State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60660" y="898707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Auxiliary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35" name="Straight Arrow Connector 34"/>
          <p:cNvCxnSpPr>
            <a:stCxn id="55" idx="1"/>
            <a:endCxn id="32" idx="3"/>
          </p:cNvCxnSpPr>
          <p:nvPr/>
        </p:nvCxnSpPr>
        <p:spPr>
          <a:xfrm flipH="1">
            <a:off x="4853254" y="1072443"/>
            <a:ext cx="507406" cy="0"/>
          </a:xfrm>
          <a:prstGeom prst="straightConnector1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2811648" y="4127125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Ephemeris</a:t>
            </a:r>
          </a:p>
        </p:txBody>
      </p:sp>
      <p:cxnSp>
        <p:nvCxnSpPr>
          <p:cNvPr id="37" name="Elbow Connector 36"/>
          <p:cNvCxnSpPr>
            <a:stCxn id="49" idx="1"/>
            <a:endCxn id="3" idx="2"/>
          </p:cNvCxnSpPr>
          <p:nvPr/>
        </p:nvCxnSpPr>
        <p:spPr>
          <a:xfrm rot="10800000">
            <a:off x="2612004" y="1886344"/>
            <a:ext cx="199644" cy="466428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Elbow Connector 71"/>
          <p:cNvCxnSpPr>
            <a:cxnSpLocks/>
            <a:stCxn id="67" idx="1"/>
            <a:endCxn id="3" idx="2"/>
          </p:cNvCxnSpPr>
          <p:nvPr/>
        </p:nvCxnSpPr>
        <p:spPr>
          <a:xfrm rot="10800000">
            <a:off x="2612004" y="1886345"/>
            <a:ext cx="199644" cy="2414517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1093200" y="217668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BodyModels</a:t>
            </a:r>
            <a:endParaRPr lang="en-US" sz="1200" dirty="0"/>
          </a:p>
        </p:txBody>
      </p:sp>
      <p:cxnSp>
        <p:nvCxnSpPr>
          <p:cNvPr id="45" name="Elbow Connector 44"/>
          <p:cNvCxnSpPr>
            <a:stCxn id="76" idx="1"/>
            <a:endCxn id="5" idx="2"/>
          </p:cNvCxnSpPr>
          <p:nvPr/>
        </p:nvCxnSpPr>
        <p:spPr>
          <a:xfrm rot="10800000">
            <a:off x="890134" y="1886344"/>
            <a:ext cx="203067" cy="464074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1087779" y="2792111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BodyInput</a:t>
            </a:r>
            <a:endParaRPr lang="en-US" sz="1200" dirty="0"/>
          </a:p>
          <a:p>
            <a:pPr algn="ctr"/>
            <a:r>
              <a:rPr lang="en-US" sz="1200" dirty="0"/>
              <a:t>Parameters</a:t>
            </a:r>
          </a:p>
        </p:txBody>
      </p:sp>
      <p:cxnSp>
        <p:nvCxnSpPr>
          <p:cNvPr id="54" name="Elbow Connector 53"/>
          <p:cNvCxnSpPr>
            <a:stCxn id="81" idx="1"/>
            <a:endCxn id="5" idx="2"/>
          </p:cNvCxnSpPr>
          <p:nvPr/>
        </p:nvCxnSpPr>
        <p:spPr>
          <a:xfrm rot="10800000">
            <a:off x="890133" y="1886345"/>
            <a:ext cx="197646" cy="1079503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Elbow Connector 84"/>
          <p:cNvCxnSpPr>
            <a:stCxn id="50" idx="1"/>
            <a:endCxn id="3" idx="2"/>
          </p:cNvCxnSpPr>
          <p:nvPr/>
        </p:nvCxnSpPr>
        <p:spPr>
          <a:xfrm rot="10800000">
            <a:off x="2612004" y="1886344"/>
            <a:ext cx="200390" cy="1078992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Elbow Connector 87"/>
          <p:cNvCxnSpPr>
            <a:stCxn id="51" idx="1"/>
            <a:endCxn id="3" idx="2"/>
          </p:cNvCxnSpPr>
          <p:nvPr/>
        </p:nvCxnSpPr>
        <p:spPr>
          <a:xfrm rot="10800000">
            <a:off x="2612004" y="1886345"/>
            <a:ext cx="199644" cy="1746755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Elbow Connector 90"/>
          <p:cNvCxnSpPr>
            <a:stCxn id="52" idx="1"/>
            <a:endCxn id="33" idx="2"/>
          </p:cNvCxnSpPr>
          <p:nvPr/>
        </p:nvCxnSpPr>
        <p:spPr>
          <a:xfrm rot="10800000">
            <a:off x="4336618" y="1886344"/>
            <a:ext cx="199644" cy="466428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Elbow Connector 93"/>
          <p:cNvCxnSpPr>
            <a:stCxn id="53" idx="1"/>
            <a:endCxn id="33" idx="2"/>
          </p:cNvCxnSpPr>
          <p:nvPr/>
        </p:nvCxnSpPr>
        <p:spPr>
          <a:xfrm rot="10800000">
            <a:off x="4336619" y="1886344"/>
            <a:ext cx="195559" cy="1084018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Elbow Connector 97"/>
          <p:cNvCxnSpPr>
            <a:stCxn id="51" idx="3"/>
            <a:endCxn id="33" idx="2"/>
          </p:cNvCxnSpPr>
          <p:nvPr/>
        </p:nvCxnSpPr>
        <p:spPr>
          <a:xfrm flipV="1">
            <a:off x="3844920" y="1886344"/>
            <a:ext cx="491698" cy="1746755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  <a:stCxn id="3" idx="3"/>
            <a:endCxn id="33" idx="1"/>
          </p:cNvCxnSpPr>
          <p:nvPr/>
        </p:nvCxnSpPr>
        <p:spPr>
          <a:xfrm>
            <a:off x="3128640" y="1712608"/>
            <a:ext cx="6913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76" idx="3"/>
            <a:endCxn id="33" idx="1"/>
          </p:cNvCxnSpPr>
          <p:nvPr/>
        </p:nvCxnSpPr>
        <p:spPr>
          <a:xfrm flipV="1">
            <a:off x="2126472" y="1712608"/>
            <a:ext cx="1693510" cy="63781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Elbow Connector 117"/>
          <p:cNvCxnSpPr>
            <a:cxnSpLocks/>
            <a:stCxn id="53" idx="2"/>
            <a:endCxn id="67" idx="3"/>
          </p:cNvCxnSpPr>
          <p:nvPr/>
        </p:nvCxnSpPr>
        <p:spPr>
          <a:xfrm rot="5400000">
            <a:off x="3868486" y="3120533"/>
            <a:ext cx="1156763" cy="1203893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1B7AC91-4BB0-4C6B-85B7-8DCBCA924310}"/>
              </a:ext>
            </a:extLst>
          </p:cNvPr>
          <p:cNvSpPr txBox="1"/>
          <p:nvPr/>
        </p:nvSpPr>
        <p:spPr>
          <a:xfrm>
            <a:off x="761111" y="6110868"/>
            <a:ext cx="180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BodyAtmosphere</a:t>
            </a:r>
            <a:endParaRPr lang="en-US" dirty="0"/>
          </a:p>
        </p:txBody>
      </p:sp>
      <p:cxnSp>
        <p:nvCxnSpPr>
          <p:cNvPr id="61" name="Elbow Connector 14">
            <a:extLst>
              <a:ext uri="{FF2B5EF4-FFF2-40B4-BE49-F238E27FC236}">
                <a16:creationId xmlns:a16="http://schemas.microsoft.com/office/drawing/2014/main" id="{325DFE24-0931-49EB-8289-7EC4B2441EFB}"/>
              </a:ext>
            </a:extLst>
          </p:cNvPr>
          <p:cNvCxnSpPr>
            <a:cxnSpLocks/>
            <a:stCxn id="3" idx="3"/>
            <a:endCxn id="32" idx="1"/>
          </p:cNvCxnSpPr>
          <p:nvPr/>
        </p:nvCxnSpPr>
        <p:spPr>
          <a:xfrm flipV="1">
            <a:off x="3128640" y="1072443"/>
            <a:ext cx="691342" cy="6401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00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96673" y="237912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DataModel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474802" y="237912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BodyModel</a:t>
            </a:r>
            <a:endParaRPr lang="en-US" sz="1200" dirty="0"/>
          </a:p>
        </p:txBody>
      </p:sp>
      <p:sp>
        <p:nvSpPr>
          <p:cNvPr id="32" name="Rectangle 31"/>
          <p:cNvSpPr/>
          <p:nvPr/>
        </p:nvSpPr>
        <p:spPr>
          <a:xfrm>
            <a:off x="2197419" y="1738957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Common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21287" y="237912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13" name="Straight Arrow Connector 12"/>
          <p:cNvCxnSpPr>
            <a:stCxn id="5" idx="3"/>
            <a:endCxn id="3" idx="1"/>
          </p:cNvCxnSpPr>
          <p:nvPr/>
        </p:nvCxnSpPr>
        <p:spPr>
          <a:xfrm>
            <a:off x="1508074" y="2552858"/>
            <a:ext cx="688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5" idx="3"/>
            <a:endCxn id="32" idx="1"/>
          </p:cNvCxnSpPr>
          <p:nvPr/>
        </p:nvCxnSpPr>
        <p:spPr>
          <a:xfrm flipV="1">
            <a:off x="1508074" y="1912693"/>
            <a:ext cx="689345" cy="6401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3" idx="3"/>
            <a:endCxn id="33" idx="1"/>
          </p:cNvCxnSpPr>
          <p:nvPr/>
        </p:nvCxnSpPr>
        <p:spPr>
          <a:xfrm>
            <a:off x="3229945" y="2552858"/>
            <a:ext cx="6913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196673" y="373789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4802" y="373789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BodyModel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>
            <a:off x="2197419" y="3097730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Common</a:t>
            </a:r>
          </a:p>
        </p:txBody>
      </p:sp>
      <p:cxnSp>
        <p:nvCxnSpPr>
          <p:cNvPr id="57" name="Elbow Connector 56"/>
          <p:cNvCxnSpPr>
            <a:stCxn id="46" idx="3"/>
            <a:endCxn id="47" idx="1"/>
          </p:cNvCxnSpPr>
          <p:nvPr/>
        </p:nvCxnSpPr>
        <p:spPr>
          <a:xfrm flipV="1">
            <a:off x="1508074" y="3271466"/>
            <a:ext cx="689345" cy="6401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2196673" y="1026447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4802" y="1026447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BodyModel</a:t>
            </a:r>
            <a:endParaRPr lang="en-US" sz="1200" dirty="0"/>
          </a:p>
        </p:txBody>
      </p:sp>
      <p:sp>
        <p:nvSpPr>
          <p:cNvPr id="61" name="Rectangle 60"/>
          <p:cNvSpPr/>
          <p:nvPr/>
        </p:nvSpPr>
        <p:spPr>
          <a:xfrm>
            <a:off x="2197419" y="386282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Common</a:t>
            </a:r>
          </a:p>
        </p:txBody>
      </p:sp>
      <p:cxnSp>
        <p:nvCxnSpPr>
          <p:cNvPr id="63" name="Straight Arrow Connector 62"/>
          <p:cNvCxnSpPr>
            <a:stCxn id="60" idx="3"/>
            <a:endCxn id="59" idx="1"/>
          </p:cNvCxnSpPr>
          <p:nvPr/>
        </p:nvCxnSpPr>
        <p:spPr>
          <a:xfrm>
            <a:off x="1508074" y="1200183"/>
            <a:ext cx="688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Elbow Connector 63"/>
          <p:cNvCxnSpPr>
            <a:stCxn id="60" idx="3"/>
            <a:endCxn id="61" idx="1"/>
          </p:cNvCxnSpPr>
          <p:nvPr/>
        </p:nvCxnSpPr>
        <p:spPr>
          <a:xfrm flipV="1">
            <a:off x="1508074" y="560018"/>
            <a:ext cx="689345" cy="6401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F1A902D-F71F-46DA-AC73-C2ACA17B969A}"/>
              </a:ext>
            </a:extLst>
          </p:cNvPr>
          <p:cNvGrpSpPr/>
          <p:nvPr/>
        </p:nvGrpSpPr>
        <p:grpSpPr>
          <a:xfrm>
            <a:off x="4011595" y="4144766"/>
            <a:ext cx="1801537" cy="591747"/>
            <a:chOff x="4011595" y="4445843"/>
            <a:chExt cx="1801537" cy="591747"/>
          </a:xfrm>
        </p:grpSpPr>
        <p:sp>
          <p:nvSpPr>
            <p:cNvPr id="66" name="Rectangle 65"/>
            <p:cNvSpPr/>
            <p:nvPr/>
          </p:nvSpPr>
          <p:spPr>
            <a:xfrm>
              <a:off x="4011595" y="448443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56058" y="447914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011595" y="479918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556058" y="4793893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771628" y="4445843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771628" y="4760591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75" name="Straight Arrow Connector 74"/>
            <p:cNvCxnSpPr>
              <a:stCxn id="70" idx="1"/>
              <a:endCxn id="69" idx="3"/>
            </p:cNvCxnSpPr>
            <p:nvPr/>
          </p:nvCxnSpPr>
          <p:spPr>
            <a:xfrm flipH="1">
              <a:off x="4215639" y="4895282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68" idx="1"/>
              <a:endCxn id="66" idx="3"/>
            </p:cNvCxnSpPr>
            <p:nvPr/>
          </p:nvCxnSpPr>
          <p:spPr>
            <a:xfrm flipH="1">
              <a:off x="4215639" y="4580534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8" name="Rectangle 77"/>
          <p:cNvSpPr/>
          <p:nvPr/>
        </p:nvSpPr>
        <p:spPr>
          <a:xfrm>
            <a:off x="2196673" y="4386136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BodyModels</a:t>
            </a:r>
            <a:endParaRPr lang="en-US" sz="1200" dirty="0"/>
          </a:p>
        </p:txBody>
      </p:sp>
      <p:cxnSp>
        <p:nvCxnSpPr>
          <p:cNvPr id="80" name="Straight Arrow Connector 79"/>
          <p:cNvCxnSpPr>
            <a:stCxn id="78" idx="0"/>
            <a:endCxn id="44" idx="2"/>
          </p:cNvCxnSpPr>
          <p:nvPr/>
        </p:nvCxnSpPr>
        <p:spPr>
          <a:xfrm flipV="1">
            <a:off x="2713309" y="4085367"/>
            <a:ext cx="0" cy="30076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78" idx="1"/>
            <a:endCxn id="46" idx="2"/>
          </p:cNvCxnSpPr>
          <p:nvPr/>
        </p:nvCxnSpPr>
        <p:spPr>
          <a:xfrm rot="10800000">
            <a:off x="991439" y="4085368"/>
            <a:ext cx="1205235" cy="474505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6" idx="3"/>
            <a:endCxn id="44" idx="1"/>
          </p:cNvCxnSpPr>
          <p:nvPr/>
        </p:nvCxnSpPr>
        <p:spPr>
          <a:xfrm>
            <a:off x="1508074" y="3911631"/>
            <a:ext cx="688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78" idx="3"/>
            <a:endCxn id="47" idx="3"/>
          </p:cNvCxnSpPr>
          <p:nvPr/>
        </p:nvCxnSpPr>
        <p:spPr>
          <a:xfrm flipV="1">
            <a:off x="3229945" y="3271466"/>
            <a:ext cx="746" cy="1288406"/>
          </a:xfrm>
          <a:prstGeom prst="bentConnector3">
            <a:avLst>
              <a:gd name="adj1" fmla="val 307434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665CE93-24F7-4CF6-A046-2E61AE99CCF6}"/>
              </a:ext>
            </a:extLst>
          </p:cNvPr>
          <p:cNvSpPr txBox="1"/>
          <p:nvPr/>
        </p:nvSpPr>
        <p:spPr>
          <a:xfrm>
            <a:off x="761111" y="6110868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ModelClasses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88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2165454" y="451066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Perturbed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0198" y="446584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Venus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1A902D-F71F-46DA-AC73-C2ACA17B969A}"/>
              </a:ext>
            </a:extLst>
          </p:cNvPr>
          <p:cNvGrpSpPr/>
          <p:nvPr/>
        </p:nvGrpSpPr>
        <p:grpSpPr>
          <a:xfrm>
            <a:off x="4427445" y="3831229"/>
            <a:ext cx="1801537" cy="591747"/>
            <a:chOff x="4011595" y="4445843"/>
            <a:chExt cx="1801537" cy="591747"/>
          </a:xfrm>
        </p:grpSpPr>
        <p:sp>
          <p:nvSpPr>
            <p:cNvPr id="66" name="Rectangle 65"/>
            <p:cNvSpPr/>
            <p:nvPr/>
          </p:nvSpPr>
          <p:spPr>
            <a:xfrm>
              <a:off x="4011595" y="448443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56058" y="447914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011595" y="479918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556058" y="4793893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771628" y="4445843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771628" y="4760591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75" name="Straight Arrow Connector 74"/>
            <p:cNvCxnSpPr>
              <a:stCxn id="70" idx="1"/>
              <a:endCxn id="69" idx="3"/>
            </p:cNvCxnSpPr>
            <p:nvPr/>
          </p:nvCxnSpPr>
          <p:spPr>
            <a:xfrm flipH="1">
              <a:off x="4215639" y="4895282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68" idx="1"/>
              <a:endCxn id="66" idx="3"/>
            </p:cNvCxnSpPr>
            <p:nvPr/>
          </p:nvCxnSpPr>
          <p:spPr>
            <a:xfrm flipH="1">
              <a:off x="4215639" y="4580534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AAC19E-B2D5-4E9F-88F0-798679376EDF}"/>
              </a:ext>
            </a:extLst>
          </p:cNvPr>
          <p:cNvCxnSpPr>
            <a:cxnSpLocks/>
            <a:stCxn id="60" idx="3"/>
            <a:endCxn id="46" idx="1"/>
          </p:cNvCxnSpPr>
          <p:nvPr/>
        </p:nvCxnSpPr>
        <p:spPr>
          <a:xfrm>
            <a:off x="1463470" y="620320"/>
            <a:ext cx="701984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B6B0410-A1F3-4CBE-972A-DCEA3F9F06B5}"/>
              </a:ext>
            </a:extLst>
          </p:cNvPr>
          <p:cNvSpPr/>
          <p:nvPr/>
        </p:nvSpPr>
        <p:spPr>
          <a:xfrm>
            <a:off x="3043181" y="1123451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35785E-0B5A-41FB-8854-B31975716C20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2331098" y="1297187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3312074-F120-4766-AE86-6C674F341AA6}"/>
              </a:ext>
            </a:extLst>
          </p:cNvPr>
          <p:cNvSpPr/>
          <p:nvPr/>
        </p:nvSpPr>
        <p:spPr>
          <a:xfrm>
            <a:off x="1297826" y="1123451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VenusIRA</a:t>
            </a:r>
            <a:endParaRPr lang="en-US" sz="12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994E008-D4AE-45F0-8E35-736869E9C17B}"/>
              </a:ext>
            </a:extLst>
          </p:cNvPr>
          <p:cNvCxnSpPr>
            <a:cxnSpLocks/>
            <a:stCxn id="60" idx="2"/>
            <a:endCxn id="27" idx="1"/>
          </p:cNvCxnSpPr>
          <p:nvPr/>
        </p:nvCxnSpPr>
        <p:spPr>
          <a:xfrm rot="16200000" flipH="1">
            <a:off x="870765" y="870125"/>
            <a:ext cx="503131" cy="350992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EB4DC8E-5B3C-4A1A-9623-8DED165C56CE}"/>
              </a:ext>
            </a:extLst>
          </p:cNvPr>
          <p:cNvSpPr/>
          <p:nvPr/>
        </p:nvSpPr>
        <p:spPr>
          <a:xfrm>
            <a:off x="2165454" y="1766989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VenusIRA</a:t>
            </a:r>
            <a:endParaRPr lang="en-US" sz="1200" dirty="0"/>
          </a:p>
          <a:p>
            <a:pPr algn="ctr"/>
            <a:r>
              <a:rPr lang="en-US" sz="1200" dirty="0"/>
              <a:t>Low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E07B9AA2-A9EE-49D6-BDD2-12E7AC638BA7}"/>
              </a:ext>
            </a:extLst>
          </p:cNvPr>
          <p:cNvCxnSpPr>
            <a:cxnSpLocks/>
            <a:stCxn id="27" idx="2"/>
            <a:endCxn id="41" idx="1"/>
          </p:cNvCxnSpPr>
          <p:nvPr/>
        </p:nvCxnSpPr>
        <p:spPr>
          <a:xfrm rot="16200000" flipH="1">
            <a:off x="1755057" y="1530328"/>
            <a:ext cx="469802" cy="350992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D8A55CC-95FF-4C43-8734-6CC36046C0E3}"/>
              </a:ext>
            </a:extLst>
          </p:cNvPr>
          <p:cNvSpPr/>
          <p:nvPr/>
        </p:nvSpPr>
        <p:spPr>
          <a:xfrm>
            <a:off x="3910809" y="2283049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11F1B1C-3780-4544-9C7D-EA80AE8DBEE9}"/>
              </a:ext>
            </a:extLst>
          </p:cNvPr>
          <p:cNvCxnSpPr>
            <a:cxnSpLocks/>
            <a:stCxn id="50" idx="3"/>
            <a:endCxn id="37" idx="1"/>
          </p:cNvCxnSpPr>
          <p:nvPr/>
        </p:nvCxnSpPr>
        <p:spPr>
          <a:xfrm>
            <a:off x="3351942" y="2456785"/>
            <a:ext cx="558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5882C0C-9CAF-4270-A3CC-AB3C4AD02D0C}"/>
              </a:ext>
            </a:extLst>
          </p:cNvPr>
          <p:cNvSpPr/>
          <p:nvPr/>
        </p:nvSpPr>
        <p:spPr>
          <a:xfrm>
            <a:off x="2165454" y="2283049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VenusIRA</a:t>
            </a:r>
            <a:endParaRPr lang="en-US" sz="1200" dirty="0"/>
          </a:p>
          <a:p>
            <a:pPr algn="ctr"/>
            <a:r>
              <a:rPr lang="en-US" sz="1200" dirty="0"/>
              <a:t>Mid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C8E79FE-EEBF-4BDE-AA7E-0CB6D7AFC396}"/>
              </a:ext>
            </a:extLst>
          </p:cNvPr>
          <p:cNvCxnSpPr>
            <a:cxnSpLocks/>
            <a:stCxn id="27" idx="2"/>
            <a:endCxn id="50" idx="1"/>
          </p:cNvCxnSpPr>
          <p:nvPr/>
        </p:nvCxnSpPr>
        <p:spPr>
          <a:xfrm rot="16200000" flipH="1">
            <a:off x="1497027" y="1788358"/>
            <a:ext cx="985862" cy="350992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E618A56-F2D8-4B82-9871-274E122ACE02}"/>
              </a:ext>
            </a:extLst>
          </p:cNvPr>
          <p:cNvSpPr txBox="1"/>
          <p:nvPr/>
        </p:nvSpPr>
        <p:spPr>
          <a:xfrm>
            <a:off x="761111" y="6110868"/>
            <a:ext cx="136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VenusModel</a:t>
            </a:r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6213CDA-3FF5-4FF7-BF13-DEB2FDDC3C4A}"/>
              </a:ext>
            </a:extLst>
          </p:cNvPr>
          <p:cNvSpPr/>
          <p:nvPr/>
        </p:nvSpPr>
        <p:spPr>
          <a:xfrm>
            <a:off x="3910809" y="2799109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3E1748E-0DD2-46F0-B81E-30C23E0C0718}"/>
              </a:ext>
            </a:extLst>
          </p:cNvPr>
          <p:cNvCxnSpPr>
            <a:cxnSpLocks/>
            <a:stCxn id="53" idx="3"/>
            <a:endCxn id="42" idx="1"/>
          </p:cNvCxnSpPr>
          <p:nvPr/>
        </p:nvCxnSpPr>
        <p:spPr>
          <a:xfrm>
            <a:off x="3351942" y="2972845"/>
            <a:ext cx="558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9EBE687A-32D3-40DD-B376-DAF07F23284E}"/>
              </a:ext>
            </a:extLst>
          </p:cNvPr>
          <p:cNvSpPr/>
          <p:nvPr/>
        </p:nvSpPr>
        <p:spPr>
          <a:xfrm>
            <a:off x="2165454" y="2799109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VenusIRA</a:t>
            </a:r>
            <a:endParaRPr lang="en-US" sz="1200" dirty="0"/>
          </a:p>
          <a:p>
            <a:pPr algn="ctr"/>
            <a:r>
              <a:rPr lang="en-US" sz="1200" dirty="0"/>
              <a:t>High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6204A40-70CB-477A-9798-FC765F683B38}"/>
              </a:ext>
            </a:extLst>
          </p:cNvPr>
          <p:cNvSpPr/>
          <p:nvPr/>
        </p:nvSpPr>
        <p:spPr>
          <a:xfrm>
            <a:off x="3910809" y="3315169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56C419B-3E62-41D6-843C-BAB064B153C2}"/>
              </a:ext>
            </a:extLst>
          </p:cNvPr>
          <p:cNvCxnSpPr>
            <a:cxnSpLocks/>
            <a:stCxn id="56" idx="3"/>
            <a:endCxn id="54" idx="1"/>
          </p:cNvCxnSpPr>
          <p:nvPr/>
        </p:nvCxnSpPr>
        <p:spPr>
          <a:xfrm>
            <a:off x="3351942" y="3488905"/>
            <a:ext cx="558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778D5885-E100-43BD-9B30-F5C40C1C210A}"/>
              </a:ext>
            </a:extLst>
          </p:cNvPr>
          <p:cNvSpPr/>
          <p:nvPr/>
        </p:nvSpPr>
        <p:spPr>
          <a:xfrm>
            <a:off x="2165454" y="3315169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VenusIRA</a:t>
            </a:r>
            <a:endParaRPr lang="en-US" sz="1200" dirty="0"/>
          </a:p>
          <a:p>
            <a:pPr algn="ctr"/>
            <a:r>
              <a:rPr lang="en-US" sz="1200" dirty="0"/>
              <a:t>Thermos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734375E-F375-4F22-99FD-BF3ACF8E8315}"/>
              </a:ext>
            </a:extLst>
          </p:cNvPr>
          <p:cNvCxnSpPr>
            <a:cxnSpLocks/>
            <a:stCxn id="27" idx="2"/>
            <a:endCxn id="53" idx="1"/>
          </p:cNvCxnSpPr>
          <p:nvPr/>
        </p:nvCxnSpPr>
        <p:spPr>
          <a:xfrm rot="16200000" flipH="1">
            <a:off x="1238997" y="2046388"/>
            <a:ext cx="1501922" cy="350992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C5602C70-21D2-4651-AAD7-A40074C94120}"/>
              </a:ext>
            </a:extLst>
          </p:cNvPr>
          <p:cNvCxnSpPr>
            <a:cxnSpLocks/>
            <a:stCxn id="27" idx="2"/>
            <a:endCxn id="56" idx="1"/>
          </p:cNvCxnSpPr>
          <p:nvPr/>
        </p:nvCxnSpPr>
        <p:spPr>
          <a:xfrm rot="16200000" flipH="1">
            <a:off x="980967" y="2304418"/>
            <a:ext cx="2017982" cy="350992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5869FCFC-5797-44BE-8D8D-7C13E936CD40}"/>
              </a:ext>
            </a:extLst>
          </p:cNvPr>
          <p:cNvSpPr/>
          <p:nvPr/>
        </p:nvSpPr>
        <p:spPr>
          <a:xfrm>
            <a:off x="3910809" y="1764415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0534E64-3C59-4E34-86D0-B46677059FFB}"/>
              </a:ext>
            </a:extLst>
          </p:cNvPr>
          <p:cNvCxnSpPr>
            <a:cxnSpLocks/>
            <a:stCxn id="41" idx="3"/>
            <a:endCxn id="61" idx="1"/>
          </p:cNvCxnSpPr>
          <p:nvPr/>
        </p:nvCxnSpPr>
        <p:spPr>
          <a:xfrm flipV="1">
            <a:off x="3351942" y="1938151"/>
            <a:ext cx="558867" cy="2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E0CC24F3-A0AA-4F53-B0C1-553D999F8E47}"/>
              </a:ext>
            </a:extLst>
          </p:cNvPr>
          <p:cNvSpPr/>
          <p:nvPr/>
        </p:nvSpPr>
        <p:spPr>
          <a:xfrm>
            <a:off x="1297827" y="3919151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Venus</a:t>
            </a:r>
          </a:p>
          <a:p>
            <a:pPr algn="ctr"/>
            <a:r>
              <a:rPr lang="en-US" sz="1200" dirty="0"/>
              <a:t>Topography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1111FC5-20D1-483E-AA18-D51998FED695}"/>
              </a:ext>
            </a:extLst>
          </p:cNvPr>
          <p:cNvSpPr/>
          <p:nvPr/>
        </p:nvSpPr>
        <p:spPr>
          <a:xfrm>
            <a:off x="3043182" y="3919151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Topography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9742D79-54BB-41D8-AEEE-82B52843D967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2331099" y="4092887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AFC88797-89C7-4BB9-8CB5-FF30F69C9267}"/>
              </a:ext>
            </a:extLst>
          </p:cNvPr>
          <p:cNvCxnSpPr>
            <a:cxnSpLocks/>
            <a:stCxn id="60" idx="2"/>
            <a:endCxn id="59" idx="1"/>
          </p:cNvCxnSpPr>
          <p:nvPr/>
        </p:nvCxnSpPr>
        <p:spPr>
          <a:xfrm rot="16200000" flipH="1">
            <a:off x="-527085" y="2267974"/>
            <a:ext cx="3298831" cy="350993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913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D5882C0C-9CAF-4270-A3CC-AB3C4AD02D0C}"/>
              </a:ext>
            </a:extLst>
          </p:cNvPr>
          <p:cNvSpPr/>
          <p:nvPr/>
        </p:nvSpPr>
        <p:spPr>
          <a:xfrm>
            <a:off x="1990149" y="332046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MSIS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AD8E807E-51D1-4723-B83E-6FBB90A33389}"/>
              </a:ext>
            </a:extLst>
          </p:cNvPr>
          <p:cNvCxnSpPr>
            <a:cxnSpLocks/>
            <a:stCxn id="50" idx="2"/>
            <a:endCxn id="44" idx="1"/>
          </p:cNvCxnSpPr>
          <p:nvPr/>
        </p:nvCxnSpPr>
        <p:spPr>
          <a:xfrm rot="16200000" flipH="1">
            <a:off x="3230898" y="2943828"/>
            <a:ext cx="101682" cy="1549908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165454" y="451066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Perturbed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0198" y="446584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Earth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1A902D-F71F-46DA-AC73-C2ACA17B969A}"/>
              </a:ext>
            </a:extLst>
          </p:cNvPr>
          <p:cNvGrpSpPr/>
          <p:nvPr/>
        </p:nvGrpSpPr>
        <p:grpSpPr>
          <a:xfrm>
            <a:off x="4252140" y="1802671"/>
            <a:ext cx="1801537" cy="591747"/>
            <a:chOff x="4011595" y="4445843"/>
            <a:chExt cx="1801537" cy="591747"/>
          </a:xfrm>
        </p:grpSpPr>
        <p:sp>
          <p:nvSpPr>
            <p:cNvPr id="66" name="Rectangle 65"/>
            <p:cNvSpPr/>
            <p:nvPr/>
          </p:nvSpPr>
          <p:spPr>
            <a:xfrm>
              <a:off x="4011595" y="448443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56058" y="447914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011595" y="479918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556058" y="4793893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771628" y="4445843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771628" y="4760591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75" name="Straight Arrow Connector 74"/>
            <p:cNvCxnSpPr>
              <a:stCxn id="70" idx="1"/>
              <a:endCxn id="69" idx="3"/>
            </p:cNvCxnSpPr>
            <p:nvPr/>
          </p:nvCxnSpPr>
          <p:spPr>
            <a:xfrm flipH="1">
              <a:off x="4215639" y="4895282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68" idx="1"/>
              <a:endCxn id="66" idx="3"/>
            </p:cNvCxnSpPr>
            <p:nvPr/>
          </p:nvCxnSpPr>
          <p:spPr>
            <a:xfrm flipH="1">
              <a:off x="4215639" y="4580534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AAC19E-B2D5-4E9F-88F0-798679376EDF}"/>
              </a:ext>
            </a:extLst>
          </p:cNvPr>
          <p:cNvCxnSpPr>
            <a:cxnSpLocks/>
            <a:stCxn id="60" idx="3"/>
            <a:endCxn id="46" idx="1"/>
          </p:cNvCxnSpPr>
          <p:nvPr/>
        </p:nvCxnSpPr>
        <p:spPr>
          <a:xfrm>
            <a:off x="1463470" y="620320"/>
            <a:ext cx="701984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B6B0410-A1F3-4CBE-972A-DCEA3F9F06B5}"/>
              </a:ext>
            </a:extLst>
          </p:cNvPr>
          <p:cNvSpPr/>
          <p:nvPr/>
        </p:nvSpPr>
        <p:spPr>
          <a:xfrm>
            <a:off x="3043181" y="1123451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35785E-0B5A-41FB-8854-B31975716C20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2331098" y="1297187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3312074-F120-4766-AE86-6C674F341AA6}"/>
              </a:ext>
            </a:extLst>
          </p:cNvPr>
          <p:cNvSpPr/>
          <p:nvPr/>
        </p:nvSpPr>
        <p:spPr>
          <a:xfrm>
            <a:off x="1297826" y="1123451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EarthModel</a:t>
            </a:r>
            <a:endParaRPr lang="en-US" sz="12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994E008-D4AE-45F0-8E35-736869E9C17B}"/>
              </a:ext>
            </a:extLst>
          </p:cNvPr>
          <p:cNvCxnSpPr>
            <a:cxnSpLocks/>
            <a:stCxn id="60" idx="2"/>
            <a:endCxn id="27" idx="1"/>
          </p:cNvCxnSpPr>
          <p:nvPr/>
        </p:nvCxnSpPr>
        <p:spPr>
          <a:xfrm rot="16200000" flipH="1">
            <a:off x="870765" y="870125"/>
            <a:ext cx="503131" cy="350992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0027826-4F6F-43EF-BA60-941E17E6CEEF}"/>
              </a:ext>
            </a:extLst>
          </p:cNvPr>
          <p:cNvSpPr/>
          <p:nvPr/>
        </p:nvSpPr>
        <p:spPr>
          <a:xfrm>
            <a:off x="1990149" y="1772286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NCEP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66C849B-D8A1-4365-859B-E5AB50A5954F}"/>
              </a:ext>
            </a:extLst>
          </p:cNvPr>
          <p:cNvSpPr/>
          <p:nvPr/>
        </p:nvSpPr>
        <p:spPr>
          <a:xfrm>
            <a:off x="1990149" y="2288348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MAP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F9BBD8-BF95-4CD6-934C-14A6ED4482B0}"/>
              </a:ext>
            </a:extLst>
          </p:cNvPr>
          <p:cNvSpPr/>
          <p:nvPr/>
        </p:nvSpPr>
        <p:spPr>
          <a:xfrm>
            <a:off x="3735504" y="2804409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EC875B-EE2D-41A8-889E-2F3FFDE6B2B7}"/>
              </a:ext>
            </a:extLst>
          </p:cNvPr>
          <p:cNvCxnSpPr>
            <a:cxnSpLocks/>
            <a:stCxn id="41" idx="3"/>
            <a:endCxn id="39" idx="1"/>
          </p:cNvCxnSpPr>
          <p:nvPr/>
        </p:nvCxnSpPr>
        <p:spPr>
          <a:xfrm>
            <a:off x="3023421" y="2978145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EB4DC8E-5B3C-4A1A-9623-8DED165C56CE}"/>
              </a:ext>
            </a:extLst>
          </p:cNvPr>
          <p:cNvSpPr/>
          <p:nvPr/>
        </p:nvSpPr>
        <p:spPr>
          <a:xfrm>
            <a:off x="1990149" y="280440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MET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E07B9AA2-A9EE-49D6-BDD2-12E7AC638BA7}"/>
              </a:ext>
            </a:extLst>
          </p:cNvPr>
          <p:cNvCxnSpPr>
            <a:cxnSpLocks/>
            <a:stCxn id="27" idx="2"/>
            <a:endCxn id="41" idx="1"/>
          </p:cNvCxnSpPr>
          <p:nvPr/>
        </p:nvCxnSpPr>
        <p:spPr>
          <a:xfrm rot="16200000" flipH="1">
            <a:off x="1148694" y="2136690"/>
            <a:ext cx="1507222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4B9F73A-04E4-4CAD-9A1A-0E09113A0BD4}"/>
              </a:ext>
            </a:extLst>
          </p:cNvPr>
          <p:cNvCxnSpPr>
            <a:cxnSpLocks/>
            <a:stCxn id="27" idx="2"/>
            <a:endCxn id="38" idx="1"/>
          </p:cNvCxnSpPr>
          <p:nvPr/>
        </p:nvCxnSpPr>
        <p:spPr>
          <a:xfrm rot="16200000" flipH="1">
            <a:off x="1406725" y="1878659"/>
            <a:ext cx="991161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661A85D-6176-48D9-AC24-1540CA6F475B}"/>
              </a:ext>
            </a:extLst>
          </p:cNvPr>
          <p:cNvCxnSpPr>
            <a:cxnSpLocks/>
            <a:stCxn id="27" idx="2"/>
            <a:endCxn id="33" idx="1"/>
          </p:cNvCxnSpPr>
          <p:nvPr/>
        </p:nvCxnSpPr>
        <p:spPr>
          <a:xfrm rot="16200000" flipH="1">
            <a:off x="1664756" y="1620628"/>
            <a:ext cx="475099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C8E79FE-EEBF-4BDE-AA7E-0CB6D7AFC396}"/>
              </a:ext>
            </a:extLst>
          </p:cNvPr>
          <p:cNvCxnSpPr>
            <a:cxnSpLocks/>
            <a:stCxn id="27" idx="2"/>
            <a:endCxn id="50" idx="1"/>
          </p:cNvCxnSpPr>
          <p:nvPr/>
        </p:nvCxnSpPr>
        <p:spPr>
          <a:xfrm rot="16200000" flipH="1">
            <a:off x="890664" y="2394720"/>
            <a:ext cx="2023282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03EE40D8-F5CB-44C1-B720-6B0742E2B537}"/>
              </a:ext>
            </a:extLst>
          </p:cNvPr>
          <p:cNvSpPr/>
          <p:nvPr/>
        </p:nvSpPr>
        <p:spPr>
          <a:xfrm>
            <a:off x="1297825" y="4588601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RRA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036E3B-A0DD-403A-B51A-E1CD30E26730}"/>
              </a:ext>
            </a:extLst>
          </p:cNvPr>
          <p:cNvSpPr/>
          <p:nvPr/>
        </p:nvSpPr>
        <p:spPr>
          <a:xfrm>
            <a:off x="1990149" y="383652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JB2008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531576-3E3D-4EF0-8CF8-393C271BC948}"/>
              </a:ext>
            </a:extLst>
          </p:cNvPr>
          <p:cNvSpPr/>
          <p:nvPr/>
        </p:nvSpPr>
        <p:spPr>
          <a:xfrm>
            <a:off x="4056693" y="3595887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HWM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D7036C1-0878-429A-ADEC-FFB85CD23687}"/>
              </a:ext>
            </a:extLst>
          </p:cNvPr>
          <p:cNvCxnSpPr>
            <a:stCxn id="42" idx="3"/>
            <a:endCxn id="39" idx="1"/>
          </p:cNvCxnSpPr>
          <p:nvPr/>
        </p:nvCxnSpPr>
        <p:spPr>
          <a:xfrm flipV="1">
            <a:off x="3023421" y="2978145"/>
            <a:ext cx="712083" cy="10321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976170BB-40D1-4533-A95C-512AA57C45E2}"/>
              </a:ext>
            </a:extLst>
          </p:cNvPr>
          <p:cNvCxnSpPr>
            <a:cxnSpLocks/>
            <a:stCxn id="50" idx="3"/>
            <a:endCxn id="39" idx="1"/>
          </p:cNvCxnSpPr>
          <p:nvPr/>
        </p:nvCxnSpPr>
        <p:spPr>
          <a:xfrm flipV="1">
            <a:off x="3023421" y="2978145"/>
            <a:ext cx="712083" cy="5160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50F1E6CC-5514-402D-A812-54CD67F7462E}"/>
              </a:ext>
            </a:extLst>
          </p:cNvPr>
          <p:cNvCxnSpPr>
            <a:cxnSpLocks/>
            <a:stCxn id="33" idx="3"/>
            <a:endCxn id="39" idx="1"/>
          </p:cNvCxnSpPr>
          <p:nvPr/>
        </p:nvCxnSpPr>
        <p:spPr>
          <a:xfrm>
            <a:off x="3023421" y="1946022"/>
            <a:ext cx="712083" cy="1032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F5323581-D669-4E0F-84EE-C757B4A782B3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3023421" y="2462084"/>
            <a:ext cx="712083" cy="5160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5208F390-EBD8-4D79-BD2E-7B8CADCAF710}"/>
              </a:ext>
            </a:extLst>
          </p:cNvPr>
          <p:cNvCxnSpPr>
            <a:cxnSpLocks/>
            <a:stCxn id="27" idx="2"/>
            <a:endCxn id="42" idx="1"/>
          </p:cNvCxnSpPr>
          <p:nvPr/>
        </p:nvCxnSpPr>
        <p:spPr>
          <a:xfrm rot="16200000" flipH="1">
            <a:off x="632634" y="2652750"/>
            <a:ext cx="2539342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408775C0-05F3-43E4-B51F-86DDC600E826}"/>
              </a:ext>
            </a:extLst>
          </p:cNvPr>
          <p:cNvCxnSpPr>
            <a:cxnSpLocks/>
            <a:stCxn id="42" idx="2"/>
            <a:endCxn id="44" idx="1"/>
          </p:cNvCxnSpPr>
          <p:nvPr/>
        </p:nvCxnSpPr>
        <p:spPr>
          <a:xfrm rot="5400000" flipH="1" flipV="1">
            <a:off x="3074550" y="3201858"/>
            <a:ext cx="414378" cy="1549908"/>
          </a:xfrm>
          <a:prstGeom prst="bentConnector4">
            <a:avLst>
              <a:gd name="adj1" fmla="val -55167"/>
              <a:gd name="adj2" fmla="val 66667"/>
            </a:avLst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C332FA53-881B-487C-9527-AB7AEF9EC338}"/>
              </a:ext>
            </a:extLst>
          </p:cNvPr>
          <p:cNvSpPr/>
          <p:nvPr/>
        </p:nvSpPr>
        <p:spPr>
          <a:xfrm>
            <a:off x="3057613" y="4580057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8CC6FBB-A553-4B6D-9F6C-5C32B8010713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2345530" y="4753793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6319EDD4-1467-49D8-9779-36EE4612E92A}"/>
              </a:ext>
            </a:extLst>
          </p:cNvPr>
          <p:cNvCxnSpPr>
            <a:cxnSpLocks/>
            <a:stCxn id="60" idx="2"/>
            <a:endCxn id="36" idx="1"/>
          </p:cNvCxnSpPr>
          <p:nvPr/>
        </p:nvCxnSpPr>
        <p:spPr>
          <a:xfrm rot="16200000" flipH="1">
            <a:off x="-861811" y="2602700"/>
            <a:ext cx="3968281" cy="350991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27CFF2B-EF64-4700-B51D-8814EF227096}"/>
              </a:ext>
            </a:extLst>
          </p:cNvPr>
          <p:cNvSpPr txBox="1"/>
          <p:nvPr/>
        </p:nvSpPr>
        <p:spPr>
          <a:xfrm>
            <a:off x="761111" y="6110868"/>
            <a:ext cx="129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EarthModel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578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2820313" y="536472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85057" y="531990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MarsGCM</a:t>
            </a:r>
            <a:endParaRPr lang="en-US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1A902D-F71F-46DA-AC73-C2ACA17B969A}"/>
              </a:ext>
            </a:extLst>
          </p:cNvPr>
          <p:cNvGrpSpPr/>
          <p:nvPr/>
        </p:nvGrpSpPr>
        <p:grpSpPr>
          <a:xfrm>
            <a:off x="7826094" y="990972"/>
            <a:ext cx="1801537" cy="591747"/>
            <a:chOff x="4011595" y="4445843"/>
            <a:chExt cx="1801537" cy="591747"/>
          </a:xfrm>
        </p:grpSpPr>
        <p:sp>
          <p:nvSpPr>
            <p:cNvPr id="66" name="Rectangle 65"/>
            <p:cNvSpPr/>
            <p:nvPr/>
          </p:nvSpPr>
          <p:spPr>
            <a:xfrm>
              <a:off x="4011595" y="448443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56058" y="447914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011595" y="479918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556058" y="4793893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771628" y="4445843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771628" y="4760591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75" name="Straight Arrow Connector 74"/>
            <p:cNvCxnSpPr>
              <a:stCxn id="70" idx="1"/>
              <a:endCxn id="69" idx="3"/>
            </p:cNvCxnSpPr>
            <p:nvPr/>
          </p:nvCxnSpPr>
          <p:spPr>
            <a:xfrm flipH="1">
              <a:off x="4215639" y="4895282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68" idx="1"/>
              <a:endCxn id="66" idx="3"/>
            </p:cNvCxnSpPr>
            <p:nvPr/>
          </p:nvCxnSpPr>
          <p:spPr>
            <a:xfrm flipH="1">
              <a:off x="4215639" y="4580534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AAC19E-B2D5-4E9F-88F0-798679376EDF}"/>
              </a:ext>
            </a:extLst>
          </p:cNvPr>
          <p:cNvCxnSpPr>
            <a:cxnSpLocks/>
            <a:stCxn id="60" idx="3"/>
            <a:endCxn id="46" idx="1"/>
          </p:cNvCxnSpPr>
          <p:nvPr/>
        </p:nvCxnSpPr>
        <p:spPr>
          <a:xfrm>
            <a:off x="2118329" y="705726"/>
            <a:ext cx="701984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B6B0410-A1F3-4CBE-972A-DCEA3F9F06B5}"/>
              </a:ext>
            </a:extLst>
          </p:cNvPr>
          <p:cNvSpPr/>
          <p:nvPr/>
        </p:nvSpPr>
        <p:spPr>
          <a:xfrm>
            <a:off x="3698040" y="962828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MarsGCM</a:t>
            </a:r>
            <a:endParaRPr lang="en-US" sz="1200" dirty="0"/>
          </a:p>
          <a:p>
            <a:pPr algn="ctr"/>
            <a:r>
              <a:rPr lang="en-US" sz="1200" dirty="0"/>
              <a:t>Base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35785E-0B5A-41FB-8854-B31975716C20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2985957" y="1136564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3312074-F120-4766-AE86-6C674F341AA6}"/>
              </a:ext>
            </a:extLst>
          </p:cNvPr>
          <p:cNvSpPr/>
          <p:nvPr/>
        </p:nvSpPr>
        <p:spPr>
          <a:xfrm>
            <a:off x="1952685" y="962828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MGCM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994E008-D4AE-45F0-8E35-736869E9C17B}"/>
              </a:ext>
            </a:extLst>
          </p:cNvPr>
          <p:cNvCxnSpPr>
            <a:cxnSpLocks/>
            <a:stCxn id="60" idx="2"/>
            <a:endCxn id="27" idx="1"/>
          </p:cNvCxnSpPr>
          <p:nvPr/>
        </p:nvCxnSpPr>
        <p:spPr>
          <a:xfrm rot="16200000" flipH="1">
            <a:off x="1648638" y="832517"/>
            <a:ext cx="257102" cy="350992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6D20D0-5B23-4574-A0C8-3A8ABAA72C0D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3831496" y="1573740"/>
            <a:ext cx="558867" cy="427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0027826-4F6F-43EF-BA60-941E17E6CEEF}"/>
              </a:ext>
            </a:extLst>
          </p:cNvPr>
          <p:cNvSpPr/>
          <p:nvPr/>
        </p:nvSpPr>
        <p:spPr>
          <a:xfrm>
            <a:off x="2645008" y="1400004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MGCMSurface</a:t>
            </a:r>
            <a:endParaRPr lang="en-US" sz="1200" dirty="0"/>
          </a:p>
          <a:p>
            <a:pPr algn="ctr"/>
            <a:r>
              <a:rPr lang="en-US" sz="1200" dirty="0" err="1"/>
              <a:t>Interoplator</a:t>
            </a:r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5950FE-79A0-4027-974C-3D4C55BA22B5}"/>
              </a:ext>
            </a:extLst>
          </p:cNvPr>
          <p:cNvSpPr/>
          <p:nvPr/>
        </p:nvSpPr>
        <p:spPr>
          <a:xfrm>
            <a:off x="4390363" y="182719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MGCM</a:t>
            </a:r>
          </a:p>
          <a:p>
            <a:pPr algn="ctr"/>
            <a:r>
              <a:rPr lang="en-US" sz="1200" dirty="0"/>
              <a:t>Interpolator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340D43-4837-4231-B24A-A708A1D38F54}"/>
              </a:ext>
            </a:extLst>
          </p:cNvPr>
          <p:cNvCxnSpPr>
            <a:cxnSpLocks/>
            <a:stCxn id="38" idx="3"/>
            <a:endCxn id="34" idx="1"/>
          </p:cNvCxnSpPr>
          <p:nvPr/>
        </p:nvCxnSpPr>
        <p:spPr>
          <a:xfrm>
            <a:off x="3831496" y="2000935"/>
            <a:ext cx="558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66C849B-D8A1-4365-859B-E5AB50A5954F}"/>
              </a:ext>
            </a:extLst>
          </p:cNvPr>
          <p:cNvSpPr/>
          <p:nvPr/>
        </p:nvSpPr>
        <p:spPr>
          <a:xfrm>
            <a:off x="2645008" y="1827199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MGCMLower</a:t>
            </a:r>
            <a:endParaRPr lang="en-US" sz="1200" dirty="0"/>
          </a:p>
          <a:p>
            <a:pPr algn="ctr"/>
            <a:r>
              <a:rPr lang="en-US" sz="1200" dirty="0"/>
              <a:t>Interpolator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EC875B-EE2D-41A8-889E-2F3FFDE6B2B7}"/>
              </a:ext>
            </a:extLst>
          </p:cNvPr>
          <p:cNvCxnSpPr>
            <a:cxnSpLocks/>
            <a:stCxn id="41" idx="3"/>
            <a:endCxn id="34" idx="1"/>
          </p:cNvCxnSpPr>
          <p:nvPr/>
        </p:nvCxnSpPr>
        <p:spPr>
          <a:xfrm flipV="1">
            <a:off x="3831496" y="2000935"/>
            <a:ext cx="558867" cy="42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EB4DC8E-5B3C-4A1A-9623-8DED165C56CE}"/>
              </a:ext>
            </a:extLst>
          </p:cNvPr>
          <p:cNvSpPr/>
          <p:nvPr/>
        </p:nvSpPr>
        <p:spPr>
          <a:xfrm>
            <a:off x="2645008" y="2253420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MCGMUpper</a:t>
            </a:r>
            <a:endParaRPr lang="en-US" sz="1200" dirty="0"/>
          </a:p>
          <a:p>
            <a:pPr algn="ctr"/>
            <a:r>
              <a:rPr lang="en-US" sz="1200" dirty="0"/>
              <a:t>Interpolator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E07B9AA2-A9EE-49D6-BDD2-12E7AC638BA7}"/>
              </a:ext>
            </a:extLst>
          </p:cNvPr>
          <p:cNvCxnSpPr>
            <a:cxnSpLocks/>
            <a:stCxn id="27" idx="2"/>
            <a:endCxn id="41" idx="1"/>
          </p:cNvCxnSpPr>
          <p:nvPr/>
        </p:nvCxnSpPr>
        <p:spPr>
          <a:xfrm rot="16200000" flipH="1">
            <a:off x="1998736" y="1780884"/>
            <a:ext cx="1116856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4B9F73A-04E4-4CAD-9A1A-0E09113A0BD4}"/>
              </a:ext>
            </a:extLst>
          </p:cNvPr>
          <p:cNvCxnSpPr>
            <a:cxnSpLocks/>
            <a:stCxn id="27" idx="2"/>
            <a:endCxn id="38" idx="1"/>
          </p:cNvCxnSpPr>
          <p:nvPr/>
        </p:nvCxnSpPr>
        <p:spPr>
          <a:xfrm rot="16200000" flipH="1">
            <a:off x="2211847" y="1567773"/>
            <a:ext cx="690635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661A85D-6176-48D9-AC24-1540CA6F475B}"/>
              </a:ext>
            </a:extLst>
          </p:cNvPr>
          <p:cNvCxnSpPr>
            <a:cxnSpLocks/>
            <a:stCxn id="27" idx="2"/>
            <a:endCxn id="33" idx="1"/>
          </p:cNvCxnSpPr>
          <p:nvPr/>
        </p:nvCxnSpPr>
        <p:spPr>
          <a:xfrm rot="16200000" flipH="1">
            <a:off x="2425444" y="1354176"/>
            <a:ext cx="263440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E696912-B240-4493-8593-9941D5584D51}"/>
              </a:ext>
            </a:extLst>
          </p:cNvPr>
          <p:cNvSpPr/>
          <p:nvPr/>
        </p:nvSpPr>
        <p:spPr>
          <a:xfrm>
            <a:off x="5439966" y="966074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FD94B23-15B8-43EC-8C32-A43EEBF364A7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>
            <a:off x="4731312" y="1136564"/>
            <a:ext cx="708654" cy="3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4CD1943-6868-461F-8959-8352E90D0E11}"/>
              </a:ext>
            </a:extLst>
          </p:cNvPr>
          <p:cNvSpPr/>
          <p:nvPr/>
        </p:nvSpPr>
        <p:spPr>
          <a:xfrm>
            <a:off x="7574641" y="1827199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94B5F90-84B5-41ED-AE26-05848B20BA86}"/>
              </a:ext>
            </a:extLst>
          </p:cNvPr>
          <p:cNvSpPr/>
          <p:nvPr/>
        </p:nvSpPr>
        <p:spPr>
          <a:xfrm>
            <a:off x="5982502" y="1829547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MarsInterpol-atorBase</a:t>
            </a:r>
            <a:endParaRPr lang="en-US" sz="12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5351CD6-B1BB-4B4A-9712-442A283CEF09}"/>
              </a:ext>
            </a:extLst>
          </p:cNvPr>
          <p:cNvCxnSpPr>
            <a:cxnSpLocks/>
            <a:stCxn id="34" idx="3"/>
            <a:endCxn id="54" idx="1"/>
          </p:cNvCxnSpPr>
          <p:nvPr/>
        </p:nvCxnSpPr>
        <p:spPr>
          <a:xfrm>
            <a:off x="5423635" y="2000935"/>
            <a:ext cx="558867" cy="2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B8988C9-55F9-41E0-A440-6C3A7ACFBB4B}"/>
              </a:ext>
            </a:extLst>
          </p:cNvPr>
          <p:cNvCxnSpPr>
            <a:cxnSpLocks/>
            <a:stCxn id="54" idx="3"/>
            <a:endCxn id="53" idx="1"/>
          </p:cNvCxnSpPr>
          <p:nvPr/>
        </p:nvCxnSpPr>
        <p:spPr>
          <a:xfrm flipV="1">
            <a:off x="7015774" y="2000935"/>
            <a:ext cx="558867" cy="2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41E1E965-B140-441F-ACD8-813A96572FD9}"/>
              </a:ext>
            </a:extLst>
          </p:cNvPr>
          <p:cNvSpPr/>
          <p:nvPr/>
        </p:nvSpPr>
        <p:spPr>
          <a:xfrm>
            <a:off x="3698040" y="3135813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MarsGCM</a:t>
            </a:r>
            <a:endParaRPr lang="en-US" sz="1200" dirty="0"/>
          </a:p>
          <a:p>
            <a:pPr algn="ctr"/>
            <a:r>
              <a:rPr lang="en-US" sz="1200" dirty="0"/>
              <a:t>Base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8B6A7B-4D10-4F64-8BC7-4FB48203C557}"/>
              </a:ext>
            </a:extLst>
          </p:cNvPr>
          <p:cNvCxnSpPr>
            <a:cxnSpLocks/>
            <a:stCxn id="63" idx="3"/>
            <a:endCxn id="61" idx="1"/>
          </p:cNvCxnSpPr>
          <p:nvPr/>
        </p:nvCxnSpPr>
        <p:spPr>
          <a:xfrm>
            <a:off x="2985957" y="3309549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FC06F0B0-E279-4A55-9F50-284F728F323C}"/>
              </a:ext>
            </a:extLst>
          </p:cNvPr>
          <p:cNvSpPr/>
          <p:nvPr/>
        </p:nvSpPr>
        <p:spPr>
          <a:xfrm>
            <a:off x="1952685" y="3135813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TesGCM</a:t>
            </a:r>
            <a:endParaRPr lang="en-US" sz="1200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B0E088F-ECAF-455D-B34D-2A10EC46E6A4}"/>
              </a:ext>
            </a:extLst>
          </p:cNvPr>
          <p:cNvCxnSpPr>
            <a:cxnSpLocks/>
            <a:stCxn id="65" idx="3"/>
            <a:endCxn id="67" idx="1"/>
          </p:cNvCxnSpPr>
          <p:nvPr/>
        </p:nvCxnSpPr>
        <p:spPr>
          <a:xfrm>
            <a:off x="3831496" y="3735771"/>
            <a:ext cx="558867" cy="424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A8E986D2-A277-4ADC-B7FC-ABEF282E17C9}"/>
              </a:ext>
            </a:extLst>
          </p:cNvPr>
          <p:cNvSpPr/>
          <p:nvPr/>
        </p:nvSpPr>
        <p:spPr>
          <a:xfrm>
            <a:off x="2645008" y="3562035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TesSurface</a:t>
            </a:r>
            <a:endParaRPr lang="en-US" sz="1200" dirty="0"/>
          </a:p>
          <a:p>
            <a:pPr algn="ctr"/>
            <a:r>
              <a:rPr lang="en-US" sz="1200" dirty="0" err="1"/>
              <a:t>Interoplator</a:t>
            </a:r>
            <a:endParaRPr lang="en-US" sz="12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2F56C87-98C2-4C2B-ABDB-9CDEEA742EC7}"/>
              </a:ext>
            </a:extLst>
          </p:cNvPr>
          <p:cNvSpPr/>
          <p:nvPr/>
        </p:nvSpPr>
        <p:spPr>
          <a:xfrm>
            <a:off x="4390363" y="3986941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Tes</a:t>
            </a:r>
            <a:endParaRPr lang="en-US" sz="1200" dirty="0"/>
          </a:p>
          <a:p>
            <a:pPr algn="ctr"/>
            <a:r>
              <a:rPr lang="en-US" sz="1200" dirty="0"/>
              <a:t>Interpolator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662971B-997C-4EBC-8D32-820A95F34012}"/>
              </a:ext>
            </a:extLst>
          </p:cNvPr>
          <p:cNvCxnSpPr>
            <a:cxnSpLocks/>
            <a:stCxn id="74" idx="3"/>
            <a:endCxn id="67" idx="1"/>
          </p:cNvCxnSpPr>
          <p:nvPr/>
        </p:nvCxnSpPr>
        <p:spPr>
          <a:xfrm>
            <a:off x="3831496" y="4160677"/>
            <a:ext cx="558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DEF676E-9576-4A55-812A-36BEA62068A6}"/>
              </a:ext>
            </a:extLst>
          </p:cNvPr>
          <p:cNvSpPr/>
          <p:nvPr/>
        </p:nvSpPr>
        <p:spPr>
          <a:xfrm>
            <a:off x="2645008" y="3986941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TesLower</a:t>
            </a:r>
            <a:endParaRPr lang="en-US" sz="1200" dirty="0"/>
          </a:p>
          <a:p>
            <a:pPr algn="ctr"/>
            <a:r>
              <a:rPr lang="en-US" sz="1200" dirty="0"/>
              <a:t>Interpolator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A44A176-FA39-4C89-8E08-8E57E6DCEB87}"/>
              </a:ext>
            </a:extLst>
          </p:cNvPr>
          <p:cNvCxnSpPr>
            <a:cxnSpLocks/>
            <a:stCxn id="78" idx="3"/>
            <a:endCxn id="67" idx="1"/>
          </p:cNvCxnSpPr>
          <p:nvPr/>
        </p:nvCxnSpPr>
        <p:spPr>
          <a:xfrm flipV="1">
            <a:off x="3831496" y="4160677"/>
            <a:ext cx="558867" cy="426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0AD7337C-2AA8-41C8-A9D0-D14422065D1C}"/>
              </a:ext>
            </a:extLst>
          </p:cNvPr>
          <p:cNvSpPr/>
          <p:nvPr/>
        </p:nvSpPr>
        <p:spPr>
          <a:xfrm>
            <a:off x="2645008" y="4413586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TesUpper</a:t>
            </a:r>
            <a:endParaRPr lang="en-US" sz="1200" dirty="0"/>
          </a:p>
          <a:p>
            <a:pPr algn="ctr"/>
            <a:r>
              <a:rPr lang="en-US" sz="1200" dirty="0"/>
              <a:t>Interpolator</a:t>
            </a: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234E904C-FB2B-45B9-865A-1F79C004DFCD}"/>
              </a:ext>
            </a:extLst>
          </p:cNvPr>
          <p:cNvCxnSpPr>
            <a:cxnSpLocks/>
            <a:stCxn id="63" idx="2"/>
            <a:endCxn id="78" idx="1"/>
          </p:cNvCxnSpPr>
          <p:nvPr/>
        </p:nvCxnSpPr>
        <p:spPr>
          <a:xfrm rot="16200000" flipH="1">
            <a:off x="2005146" y="3947459"/>
            <a:ext cx="1104037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FC929B24-7783-47D7-9E5F-E77823A57083}"/>
              </a:ext>
            </a:extLst>
          </p:cNvPr>
          <p:cNvCxnSpPr>
            <a:cxnSpLocks/>
            <a:stCxn id="63" idx="2"/>
            <a:endCxn id="74" idx="1"/>
          </p:cNvCxnSpPr>
          <p:nvPr/>
        </p:nvCxnSpPr>
        <p:spPr>
          <a:xfrm rot="16200000" flipH="1">
            <a:off x="2218468" y="3734137"/>
            <a:ext cx="677392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667FE128-DE96-447D-86E5-C505127A0327}"/>
              </a:ext>
            </a:extLst>
          </p:cNvPr>
          <p:cNvCxnSpPr>
            <a:cxnSpLocks/>
            <a:stCxn id="63" idx="2"/>
            <a:endCxn id="65" idx="1"/>
          </p:cNvCxnSpPr>
          <p:nvPr/>
        </p:nvCxnSpPr>
        <p:spPr>
          <a:xfrm rot="16200000" flipH="1">
            <a:off x="2430921" y="3521684"/>
            <a:ext cx="252486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336798BC-D6B9-48AA-B26D-F4487A56C171}"/>
              </a:ext>
            </a:extLst>
          </p:cNvPr>
          <p:cNvSpPr/>
          <p:nvPr/>
        </p:nvSpPr>
        <p:spPr>
          <a:xfrm>
            <a:off x="5439966" y="3139059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9D7F015-86BE-4A9D-8D85-CAB7229594E0}"/>
              </a:ext>
            </a:extLst>
          </p:cNvPr>
          <p:cNvCxnSpPr>
            <a:cxnSpLocks/>
            <a:stCxn id="61" idx="3"/>
            <a:endCxn id="82" idx="1"/>
          </p:cNvCxnSpPr>
          <p:nvPr/>
        </p:nvCxnSpPr>
        <p:spPr>
          <a:xfrm>
            <a:off x="4731312" y="3309549"/>
            <a:ext cx="708654" cy="3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B65B81DF-BD6B-44E8-9239-390195352F93}"/>
              </a:ext>
            </a:extLst>
          </p:cNvPr>
          <p:cNvSpPr/>
          <p:nvPr/>
        </p:nvSpPr>
        <p:spPr>
          <a:xfrm>
            <a:off x="7574641" y="3986941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716BC00-3DB5-49BC-B7C6-29918BF13990}"/>
              </a:ext>
            </a:extLst>
          </p:cNvPr>
          <p:cNvSpPr/>
          <p:nvPr/>
        </p:nvSpPr>
        <p:spPr>
          <a:xfrm>
            <a:off x="5982502" y="398928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MarsInterpol-atorBase</a:t>
            </a:r>
            <a:endParaRPr lang="en-US" sz="1200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5225A78-D7D6-430E-974A-D3DBE182DFF9}"/>
              </a:ext>
            </a:extLst>
          </p:cNvPr>
          <p:cNvCxnSpPr>
            <a:cxnSpLocks/>
            <a:stCxn id="67" idx="3"/>
            <a:endCxn id="85" idx="1"/>
          </p:cNvCxnSpPr>
          <p:nvPr/>
        </p:nvCxnSpPr>
        <p:spPr>
          <a:xfrm>
            <a:off x="5423635" y="4160677"/>
            <a:ext cx="558867" cy="2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097D067-0076-4B85-A560-491D860CDF28}"/>
              </a:ext>
            </a:extLst>
          </p:cNvPr>
          <p:cNvCxnSpPr>
            <a:cxnSpLocks/>
            <a:stCxn id="85" idx="3"/>
            <a:endCxn id="84" idx="1"/>
          </p:cNvCxnSpPr>
          <p:nvPr/>
        </p:nvCxnSpPr>
        <p:spPr>
          <a:xfrm flipV="1">
            <a:off x="7015774" y="4160677"/>
            <a:ext cx="558867" cy="2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E2EEA8AE-4F6E-4064-A4E4-B31603F2233E}"/>
              </a:ext>
            </a:extLst>
          </p:cNvPr>
          <p:cNvCxnSpPr>
            <a:cxnSpLocks/>
            <a:stCxn id="60" idx="2"/>
            <a:endCxn id="63" idx="1"/>
          </p:cNvCxnSpPr>
          <p:nvPr/>
        </p:nvCxnSpPr>
        <p:spPr>
          <a:xfrm rot="16200000" flipH="1">
            <a:off x="562146" y="1919009"/>
            <a:ext cx="2430087" cy="350992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FBBAEBC5-1C39-41CD-BFDE-3ED753B58161}"/>
              </a:ext>
            </a:extLst>
          </p:cNvPr>
          <p:cNvSpPr/>
          <p:nvPr/>
        </p:nvSpPr>
        <p:spPr>
          <a:xfrm>
            <a:off x="2645008" y="2680066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MCGM</a:t>
            </a:r>
          </a:p>
          <a:p>
            <a:pPr algn="ctr"/>
            <a:r>
              <a:rPr lang="en-US" sz="1200" dirty="0" err="1"/>
              <a:t>DustModel</a:t>
            </a:r>
            <a:endParaRPr lang="en-US" sz="1200" dirty="0"/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B7A478B5-FC52-4579-979C-F8E8DDF2F9FC}"/>
              </a:ext>
            </a:extLst>
          </p:cNvPr>
          <p:cNvCxnSpPr>
            <a:cxnSpLocks/>
            <a:stCxn id="27" idx="2"/>
            <a:endCxn id="89" idx="1"/>
          </p:cNvCxnSpPr>
          <p:nvPr/>
        </p:nvCxnSpPr>
        <p:spPr>
          <a:xfrm rot="16200000" flipH="1">
            <a:off x="1785413" y="1994207"/>
            <a:ext cx="1543502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7F6DF122-A44A-447B-9A1F-163B2D4C3DF1}"/>
              </a:ext>
            </a:extLst>
          </p:cNvPr>
          <p:cNvSpPr/>
          <p:nvPr/>
        </p:nvSpPr>
        <p:spPr>
          <a:xfrm>
            <a:off x="4390363" y="268006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MarsDust</a:t>
            </a:r>
            <a:endParaRPr lang="en-US" sz="1200" dirty="0"/>
          </a:p>
          <a:p>
            <a:pPr algn="ctr"/>
            <a:r>
              <a:rPr lang="en-US" sz="1200" dirty="0" err="1"/>
              <a:t>ModelBase</a:t>
            </a:r>
            <a:endParaRPr lang="en-US" sz="12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3D9C0C4-5A2B-4CE3-ABE3-5B58C1128627}"/>
              </a:ext>
            </a:extLst>
          </p:cNvPr>
          <p:cNvCxnSpPr>
            <a:cxnSpLocks/>
            <a:stCxn id="89" idx="3"/>
            <a:endCxn id="91" idx="1"/>
          </p:cNvCxnSpPr>
          <p:nvPr/>
        </p:nvCxnSpPr>
        <p:spPr>
          <a:xfrm flipV="1">
            <a:off x="3831496" y="2853801"/>
            <a:ext cx="55886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D608DB0E-155A-4408-B5A3-5A07E3348AFB}"/>
              </a:ext>
            </a:extLst>
          </p:cNvPr>
          <p:cNvSpPr/>
          <p:nvPr/>
        </p:nvSpPr>
        <p:spPr>
          <a:xfrm>
            <a:off x="2645008" y="4844128"/>
            <a:ext cx="1186488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Tes</a:t>
            </a:r>
            <a:endParaRPr lang="en-US" sz="1200" dirty="0"/>
          </a:p>
          <a:p>
            <a:pPr algn="ctr"/>
            <a:r>
              <a:rPr lang="en-US" sz="1200" dirty="0" err="1"/>
              <a:t>DustModel</a:t>
            </a:r>
            <a:endParaRPr lang="en-US" sz="12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04612BA-1A8F-490F-BE43-400AC777FA21}"/>
              </a:ext>
            </a:extLst>
          </p:cNvPr>
          <p:cNvSpPr/>
          <p:nvPr/>
        </p:nvSpPr>
        <p:spPr>
          <a:xfrm>
            <a:off x="4390363" y="4844127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MarsDust</a:t>
            </a:r>
            <a:endParaRPr lang="en-US" sz="1200" dirty="0"/>
          </a:p>
          <a:p>
            <a:pPr algn="ctr"/>
            <a:r>
              <a:rPr lang="en-US" sz="1200" dirty="0" err="1"/>
              <a:t>ModelBase</a:t>
            </a:r>
            <a:endParaRPr lang="en-US" sz="1200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609DA19-B491-4458-B92A-3A996BA334FA}"/>
              </a:ext>
            </a:extLst>
          </p:cNvPr>
          <p:cNvCxnSpPr>
            <a:cxnSpLocks/>
            <a:stCxn id="96" idx="3"/>
            <a:endCxn id="97" idx="1"/>
          </p:cNvCxnSpPr>
          <p:nvPr/>
        </p:nvCxnSpPr>
        <p:spPr>
          <a:xfrm flipV="1">
            <a:off x="3831496" y="5017863"/>
            <a:ext cx="55886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209C38A2-A29A-4071-A775-0CB90AFEF4C4}"/>
              </a:ext>
            </a:extLst>
          </p:cNvPr>
          <p:cNvCxnSpPr>
            <a:cxnSpLocks/>
            <a:stCxn id="63" idx="2"/>
            <a:endCxn id="96" idx="1"/>
          </p:cNvCxnSpPr>
          <p:nvPr/>
        </p:nvCxnSpPr>
        <p:spPr>
          <a:xfrm rot="16200000" flipH="1">
            <a:off x="1789875" y="4162730"/>
            <a:ext cx="1534579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D39646-6611-4D8A-BA24-BF4F7C1A3B6F}"/>
              </a:ext>
            </a:extLst>
          </p:cNvPr>
          <p:cNvSpPr/>
          <p:nvPr/>
        </p:nvSpPr>
        <p:spPr>
          <a:xfrm>
            <a:off x="1952684" y="5284260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Stewart</a:t>
            </a:r>
          </a:p>
          <a:p>
            <a:pPr algn="ctr"/>
            <a:r>
              <a:rPr lang="en-US" sz="1200" dirty="0"/>
              <a:t>Model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59B2641-C641-4660-8E8A-8CC5FFA62E58}"/>
              </a:ext>
            </a:extLst>
          </p:cNvPr>
          <p:cNvSpPr/>
          <p:nvPr/>
        </p:nvSpPr>
        <p:spPr>
          <a:xfrm>
            <a:off x="1085057" y="5759167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SlopeWinds</a:t>
            </a:r>
            <a:endParaRPr lang="en-US" sz="1200" dirty="0"/>
          </a:p>
          <a:p>
            <a:pPr algn="ctr"/>
            <a:r>
              <a:rPr lang="en-US" sz="1200" dirty="0"/>
              <a:t>Model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698D6EE-FE26-4F1D-BC6E-9A5D0BD474E8}"/>
              </a:ext>
            </a:extLst>
          </p:cNvPr>
          <p:cNvSpPr/>
          <p:nvPr/>
        </p:nvSpPr>
        <p:spPr>
          <a:xfrm>
            <a:off x="1085057" y="6245403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MOLA</a:t>
            </a:r>
          </a:p>
          <a:p>
            <a:pPr algn="ctr"/>
            <a:r>
              <a:rPr lang="en-US" sz="1200" dirty="0"/>
              <a:t>Topography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3EFFB49-3272-4BE6-933F-564AA0122262}"/>
              </a:ext>
            </a:extLst>
          </p:cNvPr>
          <p:cNvSpPr/>
          <p:nvPr/>
        </p:nvSpPr>
        <p:spPr>
          <a:xfrm>
            <a:off x="2006277" y="102271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Perturbed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9906698-52BB-4C88-A7FF-34881B1C351D}"/>
              </a:ext>
            </a:extLst>
          </p:cNvPr>
          <p:cNvSpPr/>
          <p:nvPr/>
        </p:nvSpPr>
        <p:spPr>
          <a:xfrm>
            <a:off x="271021" y="9778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Mars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4D40CB7-EDED-4433-845D-AB23C331355C}"/>
              </a:ext>
            </a:extLst>
          </p:cNvPr>
          <p:cNvCxnSpPr>
            <a:cxnSpLocks/>
            <a:stCxn id="108" idx="3"/>
            <a:endCxn id="107" idx="1"/>
          </p:cNvCxnSpPr>
          <p:nvPr/>
        </p:nvCxnSpPr>
        <p:spPr>
          <a:xfrm>
            <a:off x="1304293" y="271525"/>
            <a:ext cx="701984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E850FFBE-3A21-4A8A-B267-DD33C69966B4}"/>
              </a:ext>
            </a:extLst>
          </p:cNvPr>
          <p:cNvCxnSpPr>
            <a:cxnSpLocks/>
            <a:stCxn id="60" idx="2"/>
            <a:endCxn id="102" idx="1"/>
          </p:cNvCxnSpPr>
          <p:nvPr/>
        </p:nvCxnSpPr>
        <p:spPr>
          <a:xfrm rot="16200000" flipH="1">
            <a:off x="-512079" y="2993233"/>
            <a:ext cx="4578534" cy="350991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4F15B1F8-10EC-42DD-A916-ABC75FDB58FD}"/>
              </a:ext>
            </a:extLst>
          </p:cNvPr>
          <p:cNvCxnSpPr>
            <a:cxnSpLocks/>
            <a:stCxn id="108" idx="2"/>
            <a:endCxn id="60" idx="1"/>
          </p:cNvCxnSpPr>
          <p:nvPr/>
        </p:nvCxnSpPr>
        <p:spPr>
          <a:xfrm rot="16200000" flipH="1">
            <a:off x="806125" y="426793"/>
            <a:ext cx="260465" cy="297400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47774F0-EA08-427F-B5D4-3A3363277957}"/>
              </a:ext>
            </a:extLst>
          </p:cNvPr>
          <p:cNvSpPr/>
          <p:nvPr/>
        </p:nvSpPr>
        <p:spPr>
          <a:xfrm>
            <a:off x="3577871" y="5284259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29648DF2-3538-4920-BF6D-1C82BC5BA691}"/>
              </a:ext>
            </a:extLst>
          </p:cNvPr>
          <p:cNvCxnSpPr>
            <a:cxnSpLocks/>
            <a:stCxn id="102" idx="3"/>
            <a:endCxn id="117" idx="1"/>
          </p:cNvCxnSpPr>
          <p:nvPr/>
        </p:nvCxnSpPr>
        <p:spPr>
          <a:xfrm flipV="1">
            <a:off x="2985956" y="5457995"/>
            <a:ext cx="5919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59F6F993-B860-4C35-99FF-E54AB1231EEA}"/>
              </a:ext>
            </a:extLst>
          </p:cNvPr>
          <p:cNvCxnSpPr>
            <a:cxnSpLocks/>
            <a:stCxn id="108" idx="2"/>
            <a:endCxn id="104" idx="1"/>
          </p:cNvCxnSpPr>
          <p:nvPr/>
        </p:nvCxnSpPr>
        <p:spPr>
          <a:xfrm rot="16200000" flipH="1">
            <a:off x="-2050582" y="3283500"/>
            <a:ext cx="5973878" cy="297400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F1923FC4-33B3-433A-B8FB-4FB20A8B3AFB}"/>
              </a:ext>
            </a:extLst>
          </p:cNvPr>
          <p:cNvCxnSpPr>
            <a:cxnSpLocks/>
            <a:stCxn id="108" idx="2"/>
            <a:endCxn id="103" idx="1"/>
          </p:cNvCxnSpPr>
          <p:nvPr/>
        </p:nvCxnSpPr>
        <p:spPr>
          <a:xfrm rot="16200000" flipH="1">
            <a:off x="-1807464" y="3040382"/>
            <a:ext cx="5487642" cy="297400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FB8E613A-4667-4F0D-A3C9-2DB731F5D351}"/>
              </a:ext>
            </a:extLst>
          </p:cNvPr>
          <p:cNvCxnSpPr>
            <a:cxnSpLocks/>
            <a:stCxn id="104" idx="0"/>
            <a:endCxn id="103" idx="2"/>
          </p:cNvCxnSpPr>
          <p:nvPr/>
        </p:nvCxnSpPr>
        <p:spPr>
          <a:xfrm flipV="1">
            <a:off x="1601693" y="6106639"/>
            <a:ext cx="0" cy="138764"/>
          </a:xfrm>
          <a:prstGeom prst="straightConnector1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74C09AE2-E2B2-4A6A-B9ED-A75211E070B1}"/>
              </a:ext>
            </a:extLst>
          </p:cNvPr>
          <p:cNvSpPr txBox="1"/>
          <p:nvPr/>
        </p:nvSpPr>
        <p:spPr>
          <a:xfrm>
            <a:off x="10841814" y="6245403"/>
            <a:ext cx="126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MarsModel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509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4021694" y="1327986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10058" y="462217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Perturbed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20157" y="1325750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Height</a:t>
            </a:r>
          </a:p>
          <a:p>
            <a:pPr algn="ctr"/>
            <a:r>
              <a:rPr lang="en-US" sz="1200" dirty="0"/>
              <a:t>Model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4802" y="45773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Jupiter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1A902D-F71F-46DA-AC73-C2ACA17B969A}"/>
              </a:ext>
            </a:extLst>
          </p:cNvPr>
          <p:cNvGrpSpPr/>
          <p:nvPr/>
        </p:nvGrpSpPr>
        <p:grpSpPr>
          <a:xfrm>
            <a:off x="5644634" y="805207"/>
            <a:ext cx="1801537" cy="591747"/>
            <a:chOff x="4011595" y="4445843"/>
            <a:chExt cx="1801537" cy="591747"/>
          </a:xfrm>
        </p:grpSpPr>
        <p:sp>
          <p:nvSpPr>
            <p:cNvPr id="66" name="Rectangle 65"/>
            <p:cNvSpPr/>
            <p:nvPr/>
          </p:nvSpPr>
          <p:spPr>
            <a:xfrm>
              <a:off x="4011595" y="448443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56058" y="447914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011595" y="479918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556058" y="4793893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771628" y="4445843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771628" y="4760591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75" name="Straight Arrow Connector 74"/>
            <p:cNvCxnSpPr>
              <a:stCxn id="70" idx="1"/>
              <a:endCxn id="69" idx="3"/>
            </p:cNvCxnSpPr>
            <p:nvPr/>
          </p:nvCxnSpPr>
          <p:spPr>
            <a:xfrm flipH="1">
              <a:off x="4215639" y="4895282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68" idx="1"/>
              <a:endCxn id="66" idx="3"/>
            </p:cNvCxnSpPr>
            <p:nvPr/>
          </p:nvCxnSpPr>
          <p:spPr>
            <a:xfrm flipH="1">
              <a:off x="4215639" y="4580534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/>
            <a:stCxn id="36" idx="3"/>
            <a:endCxn id="59" idx="1"/>
          </p:cNvCxnSpPr>
          <p:nvPr/>
        </p:nvCxnSpPr>
        <p:spPr>
          <a:xfrm>
            <a:off x="1508074" y="1499486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27B2185-E8EA-4E32-820E-D248A783B56E}"/>
              </a:ext>
            </a:extLst>
          </p:cNvPr>
          <p:cNvSpPr/>
          <p:nvPr/>
        </p:nvSpPr>
        <p:spPr>
          <a:xfrm>
            <a:off x="474802" y="1325750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Jupiter</a:t>
            </a:r>
          </a:p>
          <a:p>
            <a:pPr algn="ctr"/>
            <a:r>
              <a:rPr lang="en-US" sz="1200" dirty="0"/>
              <a:t>Model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33F178-C9F3-4B98-882B-6FBD981CB148}"/>
              </a:ext>
            </a:extLst>
          </p:cNvPr>
          <p:cNvCxnSpPr>
            <a:cxnSpLocks/>
            <a:stCxn id="36" idx="0"/>
            <a:endCxn id="60" idx="2"/>
          </p:cNvCxnSpPr>
          <p:nvPr/>
        </p:nvCxnSpPr>
        <p:spPr>
          <a:xfrm flipV="1">
            <a:off x="991438" y="805207"/>
            <a:ext cx="0" cy="520543"/>
          </a:xfrm>
          <a:prstGeom prst="straightConnector1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931A50B-CF30-4330-8337-0E78C86686F4}"/>
              </a:ext>
            </a:extLst>
          </p:cNvPr>
          <p:cNvCxnSpPr>
            <a:cxnSpLocks/>
            <a:stCxn id="59" idx="3"/>
            <a:endCxn id="44" idx="1"/>
          </p:cNvCxnSpPr>
          <p:nvPr/>
        </p:nvCxnSpPr>
        <p:spPr>
          <a:xfrm>
            <a:off x="3253429" y="1499486"/>
            <a:ext cx="768265" cy="2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AAC19E-B2D5-4E9F-88F0-798679376EDF}"/>
              </a:ext>
            </a:extLst>
          </p:cNvPr>
          <p:cNvCxnSpPr>
            <a:cxnSpLocks/>
            <a:stCxn id="60" idx="3"/>
            <a:endCxn id="46" idx="1"/>
          </p:cNvCxnSpPr>
          <p:nvPr/>
        </p:nvCxnSpPr>
        <p:spPr>
          <a:xfrm>
            <a:off x="1508074" y="631471"/>
            <a:ext cx="701984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5860AD-D12C-4E0A-9E59-6A027CDE8569}"/>
              </a:ext>
            </a:extLst>
          </p:cNvPr>
          <p:cNvSpPr txBox="1"/>
          <p:nvPr/>
        </p:nvSpPr>
        <p:spPr>
          <a:xfrm>
            <a:off x="761111" y="6110868"/>
            <a:ext cx="1434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JupiterModel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23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3954787" y="1227625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43151" y="361856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Perturbed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53250" y="1225389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MinMax</a:t>
            </a:r>
            <a:endParaRPr lang="en-US" sz="1200" dirty="0"/>
          </a:p>
          <a:p>
            <a:pPr algn="ctr"/>
            <a:r>
              <a:rPr lang="en-US" sz="1200" dirty="0"/>
              <a:t>Model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7895" y="357374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Neptune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1A902D-F71F-46DA-AC73-C2ACA17B969A}"/>
              </a:ext>
            </a:extLst>
          </p:cNvPr>
          <p:cNvGrpSpPr/>
          <p:nvPr/>
        </p:nvGrpSpPr>
        <p:grpSpPr>
          <a:xfrm>
            <a:off x="5577727" y="704846"/>
            <a:ext cx="1801537" cy="591747"/>
            <a:chOff x="4011595" y="4445843"/>
            <a:chExt cx="1801537" cy="591747"/>
          </a:xfrm>
        </p:grpSpPr>
        <p:sp>
          <p:nvSpPr>
            <p:cNvPr id="66" name="Rectangle 65"/>
            <p:cNvSpPr/>
            <p:nvPr/>
          </p:nvSpPr>
          <p:spPr>
            <a:xfrm>
              <a:off x="4011595" y="448443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56058" y="447914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011595" y="479918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556058" y="4793893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771628" y="4445843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771628" y="4760591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75" name="Straight Arrow Connector 74"/>
            <p:cNvCxnSpPr>
              <a:stCxn id="70" idx="1"/>
              <a:endCxn id="69" idx="3"/>
            </p:cNvCxnSpPr>
            <p:nvPr/>
          </p:nvCxnSpPr>
          <p:spPr>
            <a:xfrm flipH="1">
              <a:off x="4215639" y="4895282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68" idx="1"/>
              <a:endCxn id="66" idx="3"/>
            </p:cNvCxnSpPr>
            <p:nvPr/>
          </p:nvCxnSpPr>
          <p:spPr>
            <a:xfrm flipH="1">
              <a:off x="4215639" y="4580534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/>
            <a:stCxn id="36" idx="3"/>
            <a:endCxn id="59" idx="1"/>
          </p:cNvCxnSpPr>
          <p:nvPr/>
        </p:nvCxnSpPr>
        <p:spPr>
          <a:xfrm>
            <a:off x="1441167" y="1399125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27B2185-E8EA-4E32-820E-D248A783B56E}"/>
              </a:ext>
            </a:extLst>
          </p:cNvPr>
          <p:cNvSpPr/>
          <p:nvPr/>
        </p:nvSpPr>
        <p:spPr>
          <a:xfrm>
            <a:off x="407895" y="122538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Neptune</a:t>
            </a:r>
          </a:p>
          <a:p>
            <a:pPr algn="ctr"/>
            <a:r>
              <a:rPr lang="en-US" sz="1200" dirty="0" err="1"/>
              <a:t>MinMax</a:t>
            </a:r>
            <a:endParaRPr lang="en-US" sz="12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33F178-C9F3-4B98-882B-6FBD981CB148}"/>
              </a:ext>
            </a:extLst>
          </p:cNvPr>
          <p:cNvCxnSpPr>
            <a:cxnSpLocks/>
            <a:stCxn id="36" idx="0"/>
            <a:endCxn id="60" idx="2"/>
          </p:cNvCxnSpPr>
          <p:nvPr/>
        </p:nvCxnSpPr>
        <p:spPr>
          <a:xfrm flipV="1">
            <a:off x="924531" y="704846"/>
            <a:ext cx="0" cy="520543"/>
          </a:xfrm>
          <a:prstGeom prst="straightConnector1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931A50B-CF30-4330-8337-0E78C86686F4}"/>
              </a:ext>
            </a:extLst>
          </p:cNvPr>
          <p:cNvCxnSpPr>
            <a:cxnSpLocks/>
            <a:stCxn id="59" idx="3"/>
            <a:endCxn id="44" idx="1"/>
          </p:cNvCxnSpPr>
          <p:nvPr/>
        </p:nvCxnSpPr>
        <p:spPr>
          <a:xfrm>
            <a:off x="3186522" y="1399125"/>
            <a:ext cx="768265" cy="2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AAC19E-B2D5-4E9F-88F0-798679376EDF}"/>
              </a:ext>
            </a:extLst>
          </p:cNvPr>
          <p:cNvCxnSpPr>
            <a:cxnSpLocks/>
            <a:stCxn id="60" idx="3"/>
            <a:endCxn id="46" idx="1"/>
          </p:cNvCxnSpPr>
          <p:nvPr/>
        </p:nvCxnSpPr>
        <p:spPr>
          <a:xfrm>
            <a:off x="1441167" y="531110"/>
            <a:ext cx="701984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E49990F-8248-48A6-8D5B-770E58D4EC08}"/>
              </a:ext>
            </a:extLst>
          </p:cNvPr>
          <p:cNvSpPr txBox="1"/>
          <p:nvPr/>
        </p:nvSpPr>
        <p:spPr>
          <a:xfrm>
            <a:off x="761111" y="6110868"/>
            <a:ext cx="1615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NeptuneModel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412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4021694" y="1339148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10058" y="473379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Perturbed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20157" y="1336912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Height</a:t>
            </a:r>
          </a:p>
          <a:p>
            <a:pPr algn="ctr"/>
            <a:r>
              <a:rPr lang="en-US" sz="1200" dirty="0"/>
              <a:t>Model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4802" y="468897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Uranus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1A902D-F71F-46DA-AC73-C2ACA17B969A}"/>
              </a:ext>
            </a:extLst>
          </p:cNvPr>
          <p:cNvGrpSpPr/>
          <p:nvPr/>
        </p:nvGrpSpPr>
        <p:grpSpPr>
          <a:xfrm>
            <a:off x="5644634" y="816369"/>
            <a:ext cx="1801537" cy="591747"/>
            <a:chOff x="4011595" y="4445843"/>
            <a:chExt cx="1801537" cy="591747"/>
          </a:xfrm>
        </p:grpSpPr>
        <p:sp>
          <p:nvSpPr>
            <p:cNvPr id="66" name="Rectangle 65"/>
            <p:cNvSpPr/>
            <p:nvPr/>
          </p:nvSpPr>
          <p:spPr>
            <a:xfrm>
              <a:off x="4011595" y="448443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56058" y="447914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011595" y="479918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556058" y="4793893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771628" y="4445843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771628" y="4760591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75" name="Straight Arrow Connector 74"/>
            <p:cNvCxnSpPr>
              <a:stCxn id="70" idx="1"/>
              <a:endCxn id="69" idx="3"/>
            </p:cNvCxnSpPr>
            <p:nvPr/>
          </p:nvCxnSpPr>
          <p:spPr>
            <a:xfrm flipH="1">
              <a:off x="4215639" y="4895282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68" idx="1"/>
              <a:endCxn id="66" idx="3"/>
            </p:cNvCxnSpPr>
            <p:nvPr/>
          </p:nvCxnSpPr>
          <p:spPr>
            <a:xfrm flipH="1">
              <a:off x="4215639" y="4580534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/>
            <a:stCxn id="36" idx="3"/>
            <a:endCxn id="59" idx="1"/>
          </p:cNvCxnSpPr>
          <p:nvPr/>
        </p:nvCxnSpPr>
        <p:spPr>
          <a:xfrm>
            <a:off x="1508074" y="1510648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27B2185-E8EA-4E32-820E-D248A783B56E}"/>
              </a:ext>
            </a:extLst>
          </p:cNvPr>
          <p:cNvSpPr/>
          <p:nvPr/>
        </p:nvSpPr>
        <p:spPr>
          <a:xfrm>
            <a:off x="474802" y="133691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Uranus</a:t>
            </a:r>
          </a:p>
          <a:p>
            <a:pPr algn="ctr"/>
            <a:r>
              <a:rPr lang="en-US" sz="1200" dirty="0"/>
              <a:t>Model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33F178-C9F3-4B98-882B-6FBD981CB148}"/>
              </a:ext>
            </a:extLst>
          </p:cNvPr>
          <p:cNvCxnSpPr>
            <a:cxnSpLocks/>
            <a:stCxn id="36" idx="0"/>
            <a:endCxn id="60" idx="2"/>
          </p:cNvCxnSpPr>
          <p:nvPr/>
        </p:nvCxnSpPr>
        <p:spPr>
          <a:xfrm flipV="1">
            <a:off x="991438" y="816369"/>
            <a:ext cx="0" cy="520543"/>
          </a:xfrm>
          <a:prstGeom prst="straightConnector1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931A50B-CF30-4330-8337-0E78C86686F4}"/>
              </a:ext>
            </a:extLst>
          </p:cNvPr>
          <p:cNvCxnSpPr>
            <a:cxnSpLocks/>
            <a:stCxn id="59" idx="3"/>
            <a:endCxn id="44" idx="1"/>
          </p:cNvCxnSpPr>
          <p:nvPr/>
        </p:nvCxnSpPr>
        <p:spPr>
          <a:xfrm>
            <a:off x="3253429" y="1510648"/>
            <a:ext cx="768265" cy="2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AAC19E-B2D5-4E9F-88F0-798679376EDF}"/>
              </a:ext>
            </a:extLst>
          </p:cNvPr>
          <p:cNvCxnSpPr>
            <a:cxnSpLocks/>
            <a:stCxn id="60" idx="3"/>
            <a:endCxn id="46" idx="1"/>
          </p:cNvCxnSpPr>
          <p:nvPr/>
        </p:nvCxnSpPr>
        <p:spPr>
          <a:xfrm>
            <a:off x="1508074" y="642633"/>
            <a:ext cx="701984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0E1F8D-FA4A-47A0-BF52-681E657F1D8E}"/>
              </a:ext>
            </a:extLst>
          </p:cNvPr>
          <p:cNvSpPr txBox="1"/>
          <p:nvPr/>
        </p:nvSpPr>
        <p:spPr>
          <a:xfrm>
            <a:off x="761111" y="6110868"/>
            <a:ext cx="1460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UranusModel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44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4844718" y="1138419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65454" y="451066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Perturbed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43181" y="1136183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MinMax</a:t>
            </a:r>
            <a:endParaRPr lang="en-US" sz="1200" dirty="0"/>
          </a:p>
          <a:p>
            <a:pPr algn="ctr"/>
            <a:r>
              <a:rPr lang="en-US" sz="1200" dirty="0"/>
              <a:t>Model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0198" y="446584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Titan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1A902D-F71F-46DA-AC73-C2ACA17B969A}"/>
              </a:ext>
            </a:extLst>
          </p:cNvPr>
          <p:cNvGrpSpPr/>
          <p:nvPr/>
        </p:nvGrpSpPr>
        <p:grpSpPr>
          <a:xfrm>
            <a:off x="5195231" y="1883068"/>
            <a:ext cx="1801537" cy="591747"/>
            <a:chOff x="4011595" y="4445843"/>
            <a:chExt cx="1801537" cy="591747"/>
          </a:xfrm>
        </p:grpSpPr>
        <p:sp>
          <p:nvSpPr>
            <p:cNvPr id="66" name="Rectangle 65"/>
            <p:cNvSpPr/>
            <p:nvPr/>
          </p:nvSpPr>
          <p:spPr>
            <a:xfrm>
              <a:off x="4011595" y="448443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56058" y="447914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011595" y="479918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556058" y="4793893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771628" y="4445843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771628" y="4760591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75" name="Straight Arrow Connector 74"/>
            <p:cNvCxnSpPr>
              <a:stCxn id="70" idx="1"/>
              <a:endCxn id="69" idx="3"/>
            </p:cNvCxnSpPr>
            <p:nvPr/>
          </p:nvCxnSpPr>
          <p:spPr>
            <a:xfrm flipH="1">
              <a:off x="4215639" y="4895282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68" idx="1"/>
              <a:endCxn id="66" idx="3"/>
            </p:cNvCxnSpPr>
            <p:nvPr/>
          </p:nvCxnSpPr>
          <p:spPr>
            <a:xfrm flipH="1">
              <a:off x="4215639" y="4580534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/>
            <a:stCxn id="36" idx="3"/>
            <a:endCxn id="59" idx="1"/>
          </p:cNvCxnSpPr>
          <p:nvPr/>
        </p:nvCxnSpPr>
        <p:spPr>
          <a:xfrm>
            <a:off x="2331098" y="1309919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27B2185-E8EA-4E32-820E-D248A783B56E}"/>
              </a:ext>
            </a:extLst>
          </p:cNvPr>
          <p:cNvSpPr/>
          <p:nvPr/>
        </p:nvSpPr>
        <p:spPr>
          <a:xfrm>
            <a:off x="1297826" y="1136183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Yelle</a:t>
            </a:r>
            <a:endParaRPr lang="en-US" sz="12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931A50B-CF30-4330-8337-0E78C86686F4}"/>
              </a:ext>
            </a:extLst>
          </p:cNvPr>
          <p:cNvCxnSpPr>
            <a:cxnSpLocks/>
            <a:stCxn id="59" idx="3"/>
            <a:endCxn id="44" idx="1"/>
          </p:cNvCxnSpPr>
          <p:nvPr/>
        </p:nvCxnSpPr>
        <p:spPr>
          <a:xfrm>
            <a:off x="4076453" y="1309919"/>
            <a:ext cx="768265" cy="2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AAC19E-B2D5-4E9F-88F0-798679376EDF}"/>
              </a:ext>
            </a:extLst>
          </p:cNvPr>
          <p:cNvCxnSpPr>
            <a:cxnSpLocks/>
            <a:stCxn id="60" idx="3"/>
            <a:endCxn id="46" idx="1"/>
          </p:cNvCxnSpPr>
          <p:nvPr/>
        </p:nvCxnSpPr>
        <p:spPr>
          <a:xfrm>
            <a:off x="1463470" y="620320"/>
            <a:ext cx="701984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0CB8F0DE-F767-45FB-B136-03A994228C6A}"/>
              </a:ext>
            </a:extLst>
          </p:cNvPr>
          <p:cNvCxnSpPr>
            <a:stCxn id="60" idx="2"/>
            <a:endCxn id="36" idx="1"/>
          </p:cNvCxnSpPr>
          <p:nvPr/>
        </p:nvCxnSpPr>
        <p:spPr>
          <a:xfrm rot="16200000" flipH="1">
            <a:off x="864399" y="876491"/>
            <a:ext cx="515863" cy="350992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B6B0410-A1F3-4CBE-972A-DCEA3F9F06B5}"/>
              </a:ext>
            </a:extLst>
          </p:cNvPr>
          <p:cNvSpPr/>
          <p:nvPr/>
        </p:nvSpPr>
        <p:spPr>
          <a:xfrm>
            <a:off x="3043181" y="1825980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35785E-0B5A-41FB-8854-B31975716C20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2331098" y="1999716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3312074-F120-4766-AE86-6C674F341AA6}"/>
              </a:ext>
            </a:extLst>
          </p:cNvPr>
          <p:cNvSpPr/>
          <p:nvPr/>
        </p:nvSpPr>
        <p:spPr>
          <a:xfrm>
            <a:off x="1297826" y="1825980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TitanGCM</a:t>
            </a:r>
            <a:endParaRPr lang="en-US" sz="12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994E008-D4AE-45F0-8E35-736869E9C17B}"/>
              </a:ext>
            </a:extLst>
          </p:cNvPr>
          <p:cNvCxnSpPr>
            <a:cxnSpLocks/>
            <a:stCxn id="60" idx="2"/>
            <a:endCxn id="27" idx="1"/>
          </p:cNvCxnSpPr>
          <p:nvPr/>
        </p:nvCxnSpPr>
        <p:spPr>
          <a:xfrm rot="16200000" flipH="1">
            <a:off x="519500" y="1221390"/>
            <a:ext cx="1205660" cy="350992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2B75246-F5DE-4A4E-9138-72305100E825}"/>
              </a:ext>
            </a:extLst>
          </p:cNvPr>
          <p:cNvSpPr/>
          <p:nvPr/>
        </p:nvSpPr>
        <p:spPr>
          <a:xfrm>
            <a:off x="3735504" y="2474815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6D20D0-5B23-4574-A0C8-3A8ABAA72C0D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>
            <a:off x="3023421" y="2648551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0027826-4F6F-43EF-BA60-941E17E6CEEF}"/>
              </a:ext>
            </a:extLst>
          </p:cNvPr>
          <p:cNvSpPr/>
          <p:nvPr/>
        </p:nvSpPr>
        <p:spPr>
          <a:xfrm>
            <a:off x="1990149" y="247481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TitanGCM</a:t>
            </a:r>
            <a:endParaRPr lang="en-US" sz="1200" dirty="0"/>
          </a:p>
          <a:p>
            <a:pPr algn="ctr"/>
            <a:r>
              <a:rPr lang="en-US" sz="1200" dirty="0" err="1"/>
              <a:t>Terp</a:t>
            </a:r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5950FE-79A0-4027-974C-3D4C55BA22B5}"/>
              </a:ext>
            </a:extLst>
          </p:cNvPr>
          <p:cNvSpPr/>
          <p:nvPr/>
        </p:nvSpPr>
        <p:spPr>
          <a:xfrm>
            <a:off x="3735504" y="2990877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340D43-4837-4231-B24A-A708A1D38F54}"/>
              </a:ext>
            </a:extLst>
          </p:cNvPr>
          <p:cNvCxnSpPr>
            <a:cxnSpLocks/>
            <a:stCxn id="38" idx="3"/>
            <a:endCxn id="34" idx="1"/>
          </p:cNvCxnSpPr>
          <p:nvPr/>
        </p:nvCxnSpPr>
        <p:spPr>
          <a:xfrm>
            <a:off x="3023421" y="3164613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66C849B-D8A1-4365-859B-E5AB50A5954F}"/>
              </a:ext>
            </a:extLst>
          </p:cNvPr>
          <p:cNvSpPr/>
          <p:nvPr/>
        </p:nvSpPr>
        <p:spPr>
          <a:xfrm>
            <a:off x="1990149" y="2990877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TitanGCM</a:t>
            </a:r>
            <a:endParaRPr lang="en-US" sz="1200" dirty="0"/>
          </a:p>
          <a:p>
            <a:pPr algn="ctr"/>
            <a:r>
              <a:rPr lang="en-US" sz="1200" dirty="0"/>
              <a:t>Mid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F9BBD8-BF95-4CD6-934C-14A6ED4482B0}"/>
              </a:ext>
            </a:extLst>
          </p:cNvPr>
          <p:cNvSpPr/>
          <p:nvPr/>
        </p:nvSpPr>
        <p:spPr>
          <a:xfrm>
            <a:off x="3735504" y="3506938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EC875B-EE2D-41A8-889E-2F3FFDE6B2B7}"/>
              </a:ext>
            </a:extLst>
          </p:cNvPr>
          <p:cNvCxnSpPr>
            <a:cxnSpLocks/>
            <a:stCxn id="41" idx="3"/>
            <a:endCxn id="39" idx="1"/>
          </p:cNvCxnSpPr>
          <p:nvPr/>
        </p:nvCxnSpPr>
        <p:spPr>
          <a:xfrm>
            <a:off x="3023421" y="3680674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EB4DC8E-5B3C-4A1A-9623-8DED165C56CE}"/>
              </a:ext>
            </a:extLst>
          </p:cNvPr>
          <p:cNvSpPr/>
          <p:nvPr/>
        </p:nvSpPr>
        <p:spPr>
          <a:xfrm>
            <a:off x="1990149" y="3506938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TitanGCM</a:t>
            </a:r>
            <a:endParaRPr lang="en-US" sz="1200" dirty="0"/>
          </a:p>
          <a:p>
            <a:pPr algn="ctr"/>
            <a:r>
              <a:rPr lang="en-US" sz="1200" dirty="0"/>
              <a:t>Thermos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E07B9AA2-A9EE-49D6-BDD2-12E7AC638BA7}"/>
              </a:ext>
            </a:extLst>
          </p:cNvPr>
          <p:cNvCxnSpPr>
            <a:cxnSpLocks/>
            <a:stCxn id="27" idx="2"/>
            <a:endCxn id="41" idx="1"/>
          </p:cNvCxnSpPr>
          <p:nvPr/>
        </p:nvCxnSpPr>
        <p:spPr>
          <a:xfrm rot="16200000" flipH="1">
            <a:off x="1148694" y="2839219"/>
            <a:ext cx="1507222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4B9F73A-04E4-4CAD-9A1A-0E09113A0BD4}"/>
              </a:ext>
            </a:extLst>
          </p:cNvPr>
          <p:cNvCxnSpPr>
            <a:cxnSpLocks/>
            <a:stCxn id="27" idx="2"/>
            <a:endCxn id="38" idx="1"/>
          </p:cNvCxnSpPr>
          <p:nvPr/>
        </p:nvCxnSpPr>
        <p:spPr>
          <a:xfrm rot="16200000" flipH="1">
            <a:off x="1406725" y="2581188"/>
            <a:ext cx="991161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661A85D-6176-48D9-AC24-1540CA6F475B}"/>
              </a:ext>
            </a:extLst>
          </p:cNvPr>
          <p:cNvCxnSpPr>
            <a:cxnSpLocks/>
            <a:stCxn id="27" idx="2"/>
            <a:endCxn id="33" idx="1"/>
          </p:cNvCxnSpPr>
          <p:nvPr/>
        </p:nvCxnSpPr>
        <p:spPr>
          <a:xfrm rot="16200000" flipH="1">
            <a:off x="1664756" y="2323157"/>
            <a:ext cx="475099" cy="17568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4CB2BEF-25A6-46BC-8E56-DBE9B22E19AB}"/>
              </a:ext>
            </a:extLst>
          </p:cNvPr>
          <p:cNvSpPr txBox="1"/>
          <p:nvPr/>
        </p:nvSpPr>
        <p:spPr>
          <a:xfrm>
            <a:off x="761111" y="6110868"/>
            <a:ext cx="1265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TitanModel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618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5973" y="48226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CorrMonte</a:t>
            </a: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4671640" y="1167503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0346" y="2959925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ProfilePrinter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290346" y="1764978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6795" y="1762048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Trajectory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91699" y="2362450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66795" y="2362450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CEAC093-553D-4C94-9B3C-668432D65582}"/>
              </a:ext>
            </a:extLst>
          </p:cNvPr>
          <p:cNvGrpSpPr/>
          <p:nvPr/>
        </p:nvGrpSpPr>
        <p:grpSpPr>
          <a:xfrm>
            <a:off x="4671640" y="2536186"/>
            <a:ext cx="1801537" cy="591747"/>
            <a:chOff x="5896431" y="1859624"/>
            <a:chExt cx="1801537" cy="591747"/>
          </a:xfrm>
        </p:grpSpPr>
        <p:sp>
          <p:nvSpPr>
            <p:cNvPr id="117" name="Rectangle 116"/>
            <p:cNvSpPr/>
            <p:nvPr/>
          </p:nvSpPr>
          <p:spPr>
            <a:xfrm>
              <a:off x="5896431" y="1898217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6440894" y="189292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5896431" y="221296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6440894" y="220767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656464" y="1859624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6656464" y="2174372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148" name="Straight Arrow Connector 147"/>
            <p:cNvCxnSpPr>
              <a:stCxn id="124" idx="1"/>
              <a:endCxn id="123" idx="3"/>
            </p:cNvCxnSpPr>
            <p:nvPr/>
          </p:nvCxnSpPr>
          <p:spPr>
            <a:xfrm flipH="1">
              <a:off x="6100475" y="2309063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119" idx="1"/>
              <a:endCxn id="117" idx="3"/>
            </p:cNvCxnSpPr>
            <p:nvPr/>
          </p:nvCxnSpPr>
          <p:spPr>
            <a:xfrm flipH="1">
              <a:off x="6100475" y="1994315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8" name="Elbow Connector 167"/>
          <p:cNvCxnSpPr>
            <a:cxnSpLocks/>
            <a:stCxn id="83" idx="1"/>
            <a:endCxn id="2" idx="2"/>
          </p:cNvCxnSpPr>
          <p:nvPr/>
        </p:nvCxnSpPr>
        <p:spPr>
          <a:xfrm rot="10800000">
            <a:off x="1062609" y="829734"/>
            <a:ext cx="229090" cy="1706452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5" idx="1"/>
            <a:endCxn id="2" idx="2"/>
          </p:cNvCxnSpPr>
          <p:nvPr/>
        </p:nvCxnSpPr>
        <p:spPr>
          <a:xfrm rot="10800000">
            <a:off x="1062610" y="829734"/>
            <a:ext cx="227737" cy="1108980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Elbow Connector 171"/>
          <p:cNvCxnSpPr>
            <a:stCxn id="4" idx="1"/>
            <a:endCxn id="2" idx="2"/>
          </p:cNvCxnSpPr>
          <p:nvPr/>
        </p:nvCxnSpPr>
        <p:spPr>
          <a:xfrm rot="10800000">
            <a:off x="1062610" y="829735"/>
            <a:ext cx="227737" cy="2303927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1D17F17-56C0-4B9A-A968-6F73C6907ABB}"/>
              </a:ext>
            </a:extLst>
          </p:cNvPr>
          <p:cNvSpPr/>
          <p:nvPr/>
        </p:nvSpPr>
        <p:spPr>
          <a:xfrm>
            <a:off x="2766795" y="2956560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BodyProfile</a:t>
            </a:r>
            <a:endParaRPr lang="en-US" sz="1200" dirty="0"/>
          </a:p>
          <a:p>
            <a:pPr algn="ctr"/>
            <a:r>
              <a:rPr lang="en-US" sz="1200" dirty="0"/>
              <a:t>Printer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E8A1751-9F65-4B7D-AAB4-EBEDF1945F4D}"/>
              </a:ext>
            </a:extLst>
          </p:cNvPr>
          <p:cNvCxnSpPr>
            <a:cxnSpLocks/>
            <a:stCxn id="18" idx="1"/>
            <a:endCxn id="5" idx="3"/>
          </p:cNvCxnSpPr>
          <p:nvPr/>
        </p:nvCxnSpPr>
        <p:spPr>
          <a:xfrm flipH="1">
            <a:off x="2323618" y="1935784"/>
            <a:ext cx="443177" cy="2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183CDE4-AD55-4005-8B3A-A32033C0F6D3}"/>
              </a:ext>
            </a:extLst>
          </p:cNvPr>
          <p:cNvCxnSpPr>
            <a:cxnSpLocks/>
            <a:stCxn id="84" idx="1"/>
            <a:endCxn id="83" idx="3"/>
          </p:cNvCxnSpPr>
          <p:nvPr/>
        </p:nvCxnSpPr>
        <p:spPr>
          <a:xfrm flipH="1">
            <a:off x="2324971" y="2536186"/>
            <a:ext cx="4418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450414-7CDD-4E9D-8CC9-BB88EEF8B9FF}"/>
              </a:ext>
            </a:extLst>
          </p:cNvPr>
          <p:cNvCxnSpPr>
            <a:cxnSpLocks/>
            <a:stCxn id="33" idx="1"/>
            <a:endCxn id="4" idx="3"/>
          </p:cNvCxnSpPr>
          <p:nvPr/>
        </p:nvCxnSpPr>
        <p:spPr>
          <a:xfrm flipH="1">
            <a:off x="2323618" y="3130296"/>
            <a:ext cx="443177" cy="3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5FC71F63-A01D-4D0D-9331-087720330D6E}"/>
              </a:ext>
            </a:extLst>
          </p:cNvPr>
          <p:cNvSpPr/>
          <p:nvPr/>
        </p:nvSpPr>
        <p:spPr>
          <a:xfrm>
            <a:off x="3947108" y="482260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BodyState</a:t>
            </a:r>
            <a:endParaRPr lang="en-US" sz="1200" dirty="0"/>
          </a:p>
          <a:p>
            <a:pPr algn="ctr"/>
            <a:r>
              <a:rPr lang="en-US" sz="1200" dirty="0"/>
              <a:t>Correlator</a:t>
            </a:r>
          </a:p>
        </p:txBody>
      </p:sp>
      <p:cxnSp>
        <p:nvCxnSpPr>
          <p:cNvPr id="101" name="Elbow Connector 169">
            <a:extLst>
              <a:ext uri="{FF2B5EF4-FFF2-40B4-BE49-F238E27FC236}">
                <a16:creationId xmlns:a16="http://schemas.microsoft.com/office/drawing/2014/main" id="{302549D3-F551-42D0-BA7F-426CB2F702E2}"/>
              </a:ext>
            </a:extLst>
          </p:cNvPr>
          <p:cNvCxnSpPr>
            <a:cxnSpLocks/>
            <a:stCxn id="3" idx="1"/>
            <a:endCxn id="94" idx="2"/>
          </p:cNvCxnSpPr>
          <p:nvPr/>
        </p:nvCxnSpPr>
        <p:spPr>
          <a:xfrm rot="10800000">
            <a:off x="4463744" y="829733"/>
            <a:ext cx="207896" cy="511507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F282E35-181B-406C-AB57-D373A0E9C377}"/>
              </a:ext>
            </a:extLst>
          </p:cNvPr>
          <p:cNvSpPr/>
          <p:nvPr/>
        </p:nvSpPr>
        <p:spPr>
          <a:xfrm>
            <a:off x="4671640" y="1764978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  <a:p>
            <a:pPr algn="ctr"/>
            <a:r>
              <a:rPr lang="en-US" sz="1200" dirty="0"/>
              <a:t>State</a:t>
            </a:r>
          </a:p>
        </p:txBody>
      </p:sp>
      <p:cxnSp>
        <p:nvCxnSpPr>
          <p:cNvPr id="112" name="Elbow Connector 169">
            <a:extLst>
              <a:ext uri="{FF2B5EF4-FFF2-40B4-BE49-F238E27FC236}">
                <a16:creationId xmlns:a16="http://schemas.microsoft.com/office/drawing/2014/main" id="{E7322961-35D5-4918-B7C8-C9070CB9A9A7}"/>
              </a:ext>
            </a:extLst>
          </p:cNvPr>
          <p:cNvCxnSpPr>
            <a:cxnSpLocks/>
            <a:stCxn id="107" idx="1"/>
            <a:endCxn id="94" idx="2"/>
          </p:cNvCxnSpPr>
          <p:nvPr/>
        </p:nvCxnSpPr>
        <p:spPr>
          <a:xfrm rot="10800000">
            <a:off x="4463744" y="829732"/>
            <a:ext cx="207896" cy="1108982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7635223-9729-4BA1-8131-A10028F1EA8D}"/>
              </a:ext>
            </a:extLst>
          </p:cNvPr>
          <p:cNvSpPr/>
          <p:nvPr/>
        </p:nvSpPr>
        <p:spPr>
          <a:xfrm>
            <a:off x="9253213" y="485353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E760AE8-8B6F-481A-A774-B3C3FFB16B15}"/>
              </a:ext>
            </a:extLst>
          </p:cNvPr>
          <p:cNvSpPr/>
          <p:nvPr/>
        </p:nvSpPr>
        <p:spPr>
          <a:xfrm>
            <a:off x="9984297" y="117527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cxnSp>
        <p:nvCxnSpPr>
          <p:cNvPr id="121" name="Elbow Connector 169">
            <a:extLst>
              <a:ext uri="{FF2B5EF4-FFF2-40B4-BE49-F238E27FC236}">
                <a16:creationId xmlns:a16="http://schemas.microsoft.com/office/drawing/2014/main" id="{ECBD5666-6458-4E9A-AEF7-94A07C53C649}"/>
              </a:ext>
            </a:extLst>
          </p:cNvPr>
          <p:cNvCxnSpPr>
            <a:cxnSpLocks/>
            <a:stCxn id="118" idx="1"/>
            <a:endCxn id="115" idx="2"/>
          </p:cNvCxnSpPr>
          <p:nvPr/>
        </p:nvCxnSpPr>
        <p:spPr>
          <a:xfrm rot="10800000">
            <a:off x="9769849" y="832825"/>
            <a:ext cx="214448" cy="516190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DB92E25-95A3-44BC-B3CB-EB126BA52108}"/>
              </a:ext>
            </a:extLst>
          </p:cNvPr>
          <p:cNvSpPr/>
          <p:nvPr/>
        </p:nvSpPr>
        <p:spPr>
          <a:xfrm>
            <a:off x="1301551" y="1160287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State</a:t>
            </a:r>
          </a:p>
          <a:p>
            <a:pPr algn="ctr"/>
            <a:r>
              <a:rPr lang="en-US" sz="1200" dirty="0"/>
              <a:t>Correlator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F292AC-0D6D-46F3-BDD5-C57AE8115AC1}"/>
              </a:ext>
            </a:extLst>
          </p:cNvPr>
          <p:cNvSpPr/>
          <p:nvPr/>
        </p:nvSpPr>
        <p:spPr>
          <a:xfrm>
            <a:off x="2778000" y="1157357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BodyState</a:t>
            </a:r>
            <a:endParaRPr lang="en-US" sz="1200" dirty="0"/>
          </a:p>
          <a:p>
            <a:pPr algn="ctr"/>
            <a:r>
              <a:rPr lang="en-US" sz="1200" dirty="0"/>
              <a:t>Correlator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8CAC64A-2090-45CC-8E63-E2AFA951E76D}"/>
              </a:ext>
            </a:extLst>
          </p:cNvPr>
          <p:cNvCxnSpPr>
            <a:cxnSpLocks/>
            <a:stCxn id="49" idx="1"/>
            <a:endCxn id="48" idx="3"/>
          </p:cNvCxnSpPr>
          <p:nvPr/>
        </p:nvCxnSpPr>
        <p:spPr>
          <a:xfrm flipH="1">
            <a:off x="2334823" y="1331093"/>
            <a:ext cx="443177" cy="2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169">
            <a:extLst>
              <a:ext uri="{FF2B5EF4-FFF2-40B4-BE49-F238E27FC236}">
                <a16:creationId xmlns:a16="http://schemas.microsoft.com/office/drawing/2014/main" id="{25F0B70B-5C8B-436D-AA94-96CE28E53E55}"/>
              </a:ext>
            </a:extLst>
          </p:cNvPr>
          <p:cNvCxnSpPr>
            <a:cxnSpLocks/>
            <a:stCxn id="48" idx="1"/>
            <a:endCxn id="2" idx="2"/>
          </p:cNvCxnSpPr>
          <p:nvPr/>
        </p:nvCxnSpPr>
        <p:spPr>
          <a:xfrm rot="10800000">
            <a:off x="1062609" y="829735"/>
            <a:ext cx="238942" cy="504289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A6ED1D74-A683-482A-ABCA-0E603BB30913}"/>
              </a:ext>
            </a:extLst>
          </p:cNvPr>
          <p:cNvSpPr/>
          <p:nvPr/>
        </p:nvSpPr>
        <p:spPr>
          <a:xfrm>
            <a:off x="6576485" y="1167503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Perturbed</a:t>
            </a:r>
            <a:br>
              <a:rPr lang="en-US" sz="1200" dirty="0"/>
            </a:br>
            <a:r>
              <a:rPr lang="en-US" sz="1200" dirty="0"/>
              <a:t>Atmosphere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D0BBD29-004E-4B3A-ABA9-0997ED689C0A}"/>
              </a:ext>
            </a:extLst>
          </p:cNvPr>
          <p:cNvSpPr/>
          <p:nvPr/>
        </p:nvSpPr>
        <p:spPr>
          <a:xfrm>
            <a:off x="8043867" y="117527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1F84BC-5ED8-40D9-9B8F-CB9FB567E0E3}"/>
              </a:ext>
            </a:extLst>
          </p:cNvPr>
          <p:cNvSpPr/>
          <p:nvPr/>
        </p:nvSpPr>
        <p:spPr>
          <a:xfrm>
            <a:off x="5851953" y="482260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Trajectory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1FDCDE3-2DCD-4673-BA8B-3EDCA7F2F8C4}"/>
              </a:ext>
            </a:extLst>
          </p:cNvPr>
          <p:cNvCxnSpPr>
            <a:cxnSpLocks/>
            <a:stCxn id="55" idx="1"/>
            <a:endCxn id="54" idx="3"/>
          </p:cNvCxnSpPr>
          <p:nvPr/>
        </p:nvCxnSpPr>
        <p:spPr>
          <a:xfrm flipH="1" flipV="1">
            <a:off x="7609757" y="1341239"/>
            <a:ext cx="434110" cy="7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Elbow Connector 169">
            <a:extLst>
              <a:ext uri="{FF2B5EF4-FFF2-40B4-BE49-F238E27FC236}">
                <a16:creationId xmlns:a16="http://schemas.microsoft.com/office/drawing/2014/main" id="{D45A30DC-96AF-4B88-8AF2-103BEA8FF0DF}"/>
              </a:ext>
            </a:extLst>
          </p:cNvPr>
          <p:cNvCxnSpPr>
            <a:cxnSpLocks/>
            <a:stCxn id="54" idx="1"/>
            <a:endCxn id="56" idx="2"/>
          </p:cNvCxnSpPr>
          <p:nvPr/>
        </p:nvCxnSpPr>
        <p:spPr>
          <a:xfrm rot="10800000">
            <a:off x="6368589" y="829733"/>
            <a:ext cx="207896" cy="511507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48E032A-C5F8-45ED-AA3F-13940BAC1D2A}"/>
              </a:ext>
            </a:extLst>
          </p:cNvPr>
          <p:cNvSpPr/>
          <p:nvPr/>
        </p:nvSpPr>
        <p:spPr>
          <a:xfrm>
            <a:off x="6576485" y="1764978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B0BC3E-9FC0-4B57-8655-AD796DBCD3BA}"/>
              </a:ext>
            </a:extLst>
          </p:cNvPr>
          <p:cNvSpPr/>
          <p:nvPr/>
        </p:nvSpPr>
        <p:spPr>
          <a:xfrm>
            <a:off x="8043867" y="1764978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B56E381-595C-4C20-B166-4A4DDDBC90FB}"/>
              </a:ext>
            </a:extLst>
          </p:cNvPr>
          <p:cNvCxnSpPr>
            <a:cxnSpLocks/>
            <a:stCxn id="60" idx="1"/>
            <a:endCxn id="59" idx="3"/>
          </p:cNvCxnSpPr>
          <p:nvPr/>
        </p:nvCxnSpPr>
        <p:spPr>
          <a:xfrm flipH="1">
            <a:off x="7609757" y="1938714"/>
            <a:ext cx="434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Elbow Connector 169">
            <a:extLst>
              <a:ext uri="{FF2B5EF4-FFF2-40B4-BE49-F238E27FC236}">
                <a16:creationId xmlns:a16="http://schemas.microsoft.com/office/drawing/2014/main" id="{FA15CDAD-DE9B-4211-914F-7E3C07602FDD}"/>
              </a:ext>
            </a:extLst>
          </p:cNvPr>
          <p:cNvCxnSpPr>
            <a:cxnSpLocks/>
            <a:stCxn id="59" idx="1"/>
            <a:endCxn id="56" idx="2"/>
          </p:cNvCxnSpPr>
          <p:nvPr/>
        </p:nvCxnSpPr>
        <p:spPr>
          <a:xfrm rot="10800000">
            <a:off x="6368589" y="829732"/>
            <a:ext cx="207896" cy="1108982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401A4A1-F1B6-4E75-92B5-6D719D24FC49}"/>
              </a:ext>
            </a:extLst>
          </p:cNvPr>
          <p:cNvSpPr txBox="1"/>
          <p:nvPr/>
        </p:nvSpPr>
        <p:spPr>
          <a:xfrm>
            <a:off x="761111" y="6110868"/>
            <a:ext cx="1691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BodyCorrMonte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417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5973" y="48226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MonteCarlo</a:t>
            </a: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4694971" y="1764540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Perturbed</a:t>
            </a:r>
            <a:br>
              <a:rPr lang="en-US" sz="1200" dirty="0"/>
            </a:br>
            <a:r>
              <a:rPr lang="en-US" sz="1200" dirty="0"/>
              <a:t>Atmosphere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5437" y="2365380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ProfilePrinter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225437" y="1170433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1886" y="1167503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Ballistic</a:t>
            </a:r>
          </a:p>
          <a:p>
            <a:pPr algn="ctr"/>
            <a:r>
              <a:rPr lang="en-US" sz="1200" dirty="0"/>
              <a:t>Trajectory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2353" y="1772316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26790" y="1767905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01886" y="176790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CEAC093-553D-4C94-9B3C-668432D65582}"/>
              </a:ext>
            </a:extLst>
          </p:cNvPr>
          <p:cNvGrpSpPr/>
          <p:nvPr/>
        </p:nvGrpSpPr>
        <p:grpSpPr>
          <a:xfrm>
            <a:off x="9393722" y="1976000"/>
            <a:ext cx="1801537" cy="591747"/>
            <a:chOff x="5896431" y="1859624"/>
            <a:chExt cx="1801537" cy="591747"/>
          </a:xfrm>
        </p:grpSpPr>
        <p:sp>
          <p:nvSpPr>
            <p:cNvPr id="117" name="Rectangle 116"/>
            <p:cNvSpPr/>
            <p:nvPr/>
          </p:nvSpPr>
          <p:spPr>
            <a:xfrm>
              <a:off x="5896431" y="1898217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6440894" y="189292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5896431" y="221296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6440894" y="220767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656464" y="1859624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6656464" y="2174372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148" name="Straight Arrow Connector 147"/>
            <p:cNvCxnSpPr>
              <a:stCxn id="124" idx="1"/>
              <a:endCxn id="123" idx="3"/>
            </p:cNvCxnSpPr>
            <p:nvPr/>
          </p:nvCxnSpPr>
          <p:spPr>
            <a:xfrm flipH="1">
              <a:off x="6100475" y="2309063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119" idx="1"/>
              <a:endCxn id="117" idx="3"/>
            </p:cNvCxnSpPr>
            <p:nvPr/>
          </p:nvCxnSpPr>
          <p:spPr>
            <a:xfrm flipH="1">
              <a:off x="6100475" y="1994315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8" name="Elbow Connector 167"/>
          <p:cNvCxnSpPr>
            <a:cxnSpLocks/>
            <a:stCxn id="83" idx="1"/>
            <a:endCxn id="2" idx="2"/>
          </p:cNvCxnSpPr>
          <p:nvPr/>
        </p:nvCxnSpPr>
        <p:spPr>
          <a:xfrm rot="10800000">
            <a:off x="1062610" y="829735"/>
            <a:ext cx="164181" cy="1111907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5" idx="1"/>
            <a:endCxn id="2" idx="2"/>
          </p:cNvCxnSpPr>
          <p:nvPr/>
        </p:nvCxnSpPr>
        <p:spPr>
          <a:xfrm rot="10800000">
            <a:off x="1062609" y="829735"/>
            <a:ext cx="162828" cy="514435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Elbow Connector 171"/>
          <p:cNvCxnSpPr>
            <a:stCxn id="4" idx="1"/>
            <a:endCxn id="2" idx="2"/>
          </p:cNvCxnSpPr>
          <p:nvPr/>
        </p:nvCxnSpPr>
        <p:spPr>
          <a:xfrm rot="10800000">
            <a:off x="1062609" y="829734"/>
            <a:ext cx="162828" cy="1709382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1D17F17-56C0-4B9A-A968-6F73C6907ABB}"/>
              </a:ext>
            </a:extLst>
          </p:cNvPr>
          <p:cNvSpPr/>
          <p:nvPr/>
        </p:nvSpPr>
        <p:spPr>
          <a:xfrm>
            <a:off x="2701886" y="236201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BodyProfile</a:t>
            </a:r>
            <a:endParaRPr lang="en-US" sz="1200" dirty="0"/>
          </a:p>
          <a:p>
            <a:pPr algn="ctr"/>
            <a:r>
              <a:rPr lang="en-US" sz="1200" dirty="0"/>
              <a:t>Printer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E8A1751-9F65-4B7D-AAB4-EBEDF1945F4D}"/>
              </a:ext>
            </a:extLst>
          </p:cNvPr>
          <p:cNvCxnSpPr>
            <a:cxnSpLocks/>
            <a:stCxn id="18" idx="1"/>
            <a:endCxn id="5" idx="3"/>
          </p:cNvCxnSpPr>
          <p:nvPr/>
        </p:nvCxnSpPr>
        <p:spPr>
          <a:xfrm flipH="1">
            <a:off x="2258709" y="1341239"/>
            <a:ext cx="443177" cy="2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183CDE4-AD55-4005-8B3A-A32033C0F6D3}"/>
              </a:ext>
            </a:extLst>
          </p:cNvPr>
          <p:cNvCxnSpPr>
            <a:cxnSpLocks/>
            <a:stCxn id="84" idx="1"/>
            <a:endCxn id="83" idx="3"/>
          </p:cNvCxnSpPr>
          <p:nvPr/>
        </p:nvCxnSpPr>
        <p:spPr>
          <a:xfrm flipH="1">
            <a:off x="2260062" y="1941641"/>
            <a:ext cx="4418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450414-7CDD-4E9D-8CC9-BB88EEF8B9FF}"/>
              </a:ext>
            </a:extLst>
          </p:cNvPr>
          <p:cNvCxnSpPr>
            <a:cxnSpLocks/>
            <a:stCxn id="33" idx="1"/>
            <a:endCxn id="4" idx="3"/>
          </p:cNvCxnSpPr>
          <p:nvPr/>
        </p:nvCxnSpPr>
        <p:spPr>
          <a:xfrm flipH="1">
            <a:off x="2258709" y="2535751"/>
            <a:ext cx="443177" cy="3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5FC71F63-A01D-4D0D-9331-087720330D6E}"/>
              </a:ext>
            </a:extLst>
          </p:cNvPr>
          <p:cNvSpPr/>
          <p:nvPr/>
        </p:nvSpPr>
        <p:spPr>
          <a:xfrm>
            <a:off x="3949606" y="48225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Ballistic</a:t>
            </a:r>
          </a:p>
          <a:p>
            <a:pPr algn="ctr"/>
            <a:r>
              <a:rPr lang="en-US" sz="1200" dirty="0"/>
              <a:t>Trajectory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49FF3F6-6B70-4270-A1F6-BC788674D9B8}"/>
              </a:ext>
            </a:extLst>
          </p:cNvPr>
          <p:cNvCxnSpPr>
            <a:cxnSpLocks/>
            <a:stCxn id="41" idx="1"/>
            <a:endCxn id="3" idx="3"/>
          </p:cNvCxnSpPr>
          <p:nvPr/>
        </p:nvCxnSpPr>
        <p:spPr>
          <a:xfrm flipH="1" flipV="1">
            <a:off x="5728243" y="1938276"/>
            <a:ext cx="434110" cy="7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Elbow Connector 169">
            <a:extLst>
              <a:ext uri="{FF2B5EF4-FFF2-40B4-BE49-F238E27FC236}">
                <a16:creationId xmlns:a16="http://schemas.microsoft.com/office/drawing/2014/main" id="{302549D3-F551-42D0-BA7F-426CB2F702E2}"/>
              </a:ext>
            </a:extLst>
          </p:cNvPr>
          <p:cNvCxnSpPr>
            <a:cxnSpLocks/>
            <a:stCxn id="3" idx="1"/>
            <a:endCxn id="94" idx="2"/>
          </p:cNvCxnSpPr>
          <p:nvPr/>
        </p:nvCxnSpPr>
        <p:spPr>
          <a:xfrm rot="10800000">
            <a:off x="4466243" y="829732"/>
            <a:ext cx="228729" cy="1108545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F282E35-181B-406C-AB57-D373A0E9C377}"/>
              </a:ext>
            </a:extLst>
          </p:cNvPr>
          <p:cNvSpPr/>
          <p:nvPr/>
        </p:nvSpPr>
        <p:spPr>
          <a:xfrm>
            <a:off x="4694971" y="2362015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10DFD68-8F34-4FD3-BA48-DBAA1E792423}"/>
              </a:ext>
            </a:extLst>
          </p:cNvPr>
          <p:cNvSpPr/>
          <p:nvPr/>
        </p:nvSpPr>
        <p:spPr>
          <a:xfrm>
            <a:off x="6162353" y="236201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8C3370D-D6A7-42AF-A981-8F5F8A53A067}"/>
              </a:ext>
            </a:extLst>
          </p:cNvPr>
          <p:cNvCxnSpPr>
            <a:cxnSpLocks/>
            <a:stCxn id="108" idx="1"/>
            <a:endCxn id="107" idx="3"/>
          </p:cNvCxnSpPr>
          <p:nvPr/>
        </p:nvCxnSpPr>
        <p:spPr>
          <a:xfrm flipH="1">
            <a:off x="5728243" y="2535751"/>
            <a:ext cx="434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Elbow Connector 169">
            <a:extLst>
              <a:ext uri="{FF2B5EF4-FFF2-40B4-BE49-F238E27FC236}">
                <a16:creationId xmlns:a16="http://schemas.microsoft.com/office/drawing/2014/main" id="{E7322961-35D5-4918-B7C8-C9070CB9A9A7}"/>
              </a:ext>
            </a:extLst>
          </p:cNvPr>
          <p:cNvCxnSpPr>
            <a:cxnSpLocks/>
            <a:stCxn id="107" idx="1"/>
            <a:endCxn id="94" idx="2"/>
          </p:cNvCxnSpPr>
          <p:nvPr/>
        </p:nvCxnSpPr>
        <p:spPr>
          <a:xfrm rot="10800000">
            <a:off x="4466243" y="829731"/>
            <a:ext cx="228729" cy="1706020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7635223-9729-4BA1-8131-A10028F1EA8D}"/>
              </a:ext>
            </a:extLst>
          </p:cNvPr>
          <p:cNvSpPr/>
          <p:nvPr/>
        </p:nvSpPr>
        <p:spPr>
          <a:xfrm>
            <a:off x="9365035" y="48225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Atmosphere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E760AE8-8B6F-481A-A774-B3C3FFB16B15}"/>
              </a:ext>
            </a:extLst>
          </p:cNvPr>
          <p:cNvSpPr/>
          <p:nvPr/>
        </p:nvSpPr>
        <p:spPr>
          <a:xfrm>
            <a:off x="10096119" y="117218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BodyInput</a:t>
            </a:r>
            <a:br>
              <a:rPr lang="en-US" sz="1200" dirty="0"/>
            </a:br>
            <a:r>
              <a:rPr lang="en-US" sz="1200" dirty="0"/>
              <a:t>Parameters</a:t>
            </a:r>
          </a:p>
        </p:txBody>
      </p:sp>
      <p:cxnSp>
        <p:nvCxnSpPr>
          <p:cNvPr id="121" name="Elbow Connector 169">
            <a:extLst>
              <a:ext uri="{FF2B5EF4-FFF2-40B4-BE49-F238E27FC236}">
                <a16:creationId xmlns:a16="http://schemas.microsoft.com/office/drawing/2014/main" id="{ECBD5666-6458-4E9A-AEF7-94A07C53C649}"/>
              </a:ext>
            </a:extLst>
          </p:cNvPr>
          <p:cNvCxnSpPr>
            <a:cxnSpLocks/>
            <a:stCxn id="118" idx="1"/>
            <a:endCxn id="115" idx="2"/>
          </p:cNvCxnSpPr>
          <p:nvPr/>
        </p:nvCxnSpPr>
        <p:spPr>
          <a:xfrm rot="10800000">
            <a:off x="9881671" y="829731"/>
            <a:ext cx="214448" cy="516190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5FCB447-C1DC-456B-919F-98D9DCC90F98}"/>
              </a:ext>
            </a:extLst>
          </p:cNvPr>
          <p:cNvSpPr/>
          <p:nvPr/>
        </p:nvSpPr>
        <p:spPr>
          <a:xfrm>
            <a:off x="8105549" y="1167502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Position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C565924-BF0B-48AC-ADB5-BFC28FEF7450}"/>
              </a:ext>
            </a:extLst>
          </p:cNvPr>
          <p:cNvSpPr/>
          <p:nvPr/>
        </p:nvSpPr>
        <p:spPr>
          <a:xfrm>
            <a:off x="7381017" y="482259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BodyState</a:t>
            </a:r>
            <a:endParaRPr lang="en-US" sz="1200" dirty="0"/>
          </a:p>
          <a:p>
            <a:pPr algn="ctr"/>
            <a:r>
              <a:rPr lang="en-US" sz="1200" dirty="0"/>
              <a:t>Correlator</a:t>
            </a:r>
          </a:p>
        </p:txBody>
      </p:sp>
      <p:cxnSp>
        <p:nvCxnSpPr>
          <p:cNvPr id="51" name="Elbow Connector 169">
            <a:extLst>
              <a:ext uri="{FF2B5EF4-FFF2-40B4-BE49-F238E27FC236}">
                <a16:creationId xmlns:a16="http://schemas.microsoft.com/office/drawing/2014/main" id="{E2EFEFCD-6CF2-48FB-B800-B5AA7C860356}"/>
              </a:ext>
            </a:extLst>
          </p:cNvPr>
          <p:cNvCxnSpPr>
            <a:cxnSpLocks/>
            <a:stCxn id="49" idx="1"/>
            <a:endCxn id="50" idx="2"/>
          </p:cNvCxnSpPr>
          <p:nvPr/>
        </p:nvCxnSpPr>
        <p:spPr>
          <a:xfrm rot="10800000">
            <a:off x="7897653" y="829732"/>
            <a:ext cx="207896" cy="511507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6894BDB-28D1-4392-BE9C-3F3523A9E8E7}"/>
              </a:ext>
            </a:extLst>
          </p:cNvPr>
          <p:cNvSpPr/>
          <p:nvPr/>
        </p:nvSpPr>
        <p:spPr>
          <a:xfrm>
            <a:off x="8105549" y="1764977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  <a:p>
            <a:pPr algn="ctr"/>
            <a:r>
              <a:rPr lang="en-US" sz="1200" dirty="0"/>
              <a:t>State</a:t>
            </a:r>
          </a:p>
        </p:txBody>
      </p:sp>
      <p:cxnSp>
        <p:nvCxnSpPr>
          <p:cNvPr id="53" name="Elbow Connector 169">
            <a:extLst>
              <a:ext uri="{FF2B5EF4-FFF2-40B4-BE49-F238E27FC236}">
                <a16:creationId xmlns:a16="http://schemas.microsoft.com/office/drawing/2014/main" id="{74BFD262-69B3-4466-A287-53739FB8719D}"/>
              </a:ext>
            </a:extLst>
          </p:cNvPr>
          <p:cNvCxnSpPr>
            <a:cxnSpLocks/>
            <a:stCxn id="52" idx="1"/>
            <a:endCxn id="50" idx="2"/>
          </p:cNvCxnSpPr>
          <p:nvPr/>
        </p:nvCxnSpPr>
        <p:spPr>
          <a:xfrm rot="10800000">
            <a:off x="7897653" y="829731"/>
            <a:ext cx="207896" cy="1108982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C452BE-D4B1-4642-A7D3-A20C9A660DF5}"/>
              </a:ext>
            </a:extLst>
          </p:cNvPr>
          <p:cNvSpPr txBox="1"/>
          <p:nvPr/>
        </p:nvSpPr>
        <p:spPr>
          <a:xfrm>
            <a:off x="761111" y="6110868"/>
            <a:ext cx="140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BodyCorrTraj</a:t>
            </a:r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B14F33-0C60-4589-952F-34418E9F1A1B}"/>
              </a:ext>
            </a:extLst>
          </p:cNvPr>
          <p:cNvSpPr/>
          <p:nvPr/>
        </p:nvSpPr>
        <p:spPr>
          <a:xfrm>
            <a:off x="4689653" y="1162775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State</a:t>
            </a:r>
          </a:p>
          <a:p>
            <a:pPr algn="ctr"/>
            <a:r>
              <a:rPr lang="en-US" sz="1200" dirty="0"/>
              <a:t>Correlator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FC8C75-8F79-41D0-8EBA-EA1F3D7A0FAC}"/>
              </a:ext>
            </a:extLst>
          </p:cNvPr>
          <p:cNvSpPr/>
          <p:nvPr/>
        </p:nvSpPr>
        <p:spPr>
          <a:xfrm>
            <a:off x="6166102" y="1159845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BodyState</a:t>
            </a:r>
            <a:endParaRPr lang="en-US" sz="1200" dirty="0"/>
          </a:p>
          <a:p>
            <a:pPr algn="ctr"/>
            <a:r>
              <a:rPr lang="en-US" sz="1200" dirty="0"/>
              <a:t>Correlator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85949A8-FF4C-4401-B2B6-165EAF1EE574}"/>
              </a:ext>
            </a:extLst>
          </p:cNvPr>
          <p:cNvCxnSpPr>
            <a:cxnSpLocks/>
            <a:stCxn id="43" idx="1"/>
            <a:endCxn id="42" idx="3"/>
          </p:cNvCxnSpPr>
          <p:nvPr/>
        </p:nvCxnSpPr>
        <p:spPr>
          <a:xfrm flipH="1">
            <a:off x="5722925" y="1333581"/>
            <a:ext cx="443177" cy="2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Elbow Connector 169">
            <a:extLst>
              <a:ext uri="{FF2B5EF4-FFF2-40B4-BE49-F238E27FC236}">
                <a16:creationId xmlns:a16="http://schemas.microsoft.com/office/drawing/2014/main" id="{282F3B55-2D9E-40F1-BE03-CD32337362E3}"/>
              </a:ext>
            </a:extLst>
          </p:cNvPr>
          <p:cNvCxnSpPr>
            <a:cxnSpLocks/>
            <a:stCxn id="42" idx="1"/>
            <a:endCxn id="94" idx="2"/>
          </p:cNvCxnSpPr>
          <p:nvPr/>
        </p:nvCxnSpPr>
        <p:spPr>
          <a:xfrm rot="10800000">
            <a:off x="4466243" y="829731"/>
            <a:ext cx="223411" cy="506780"/>
          </a:xfrm>
          <a:prstGeom prst="bentConnector2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030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3804494" y="1118418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Many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4494" y="46567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  <a:p>
            <a:pPr algn="ctr"/>
            <a:r>
              <a:rPr lang="en-US" sz="1200" dirty="0" err="1"/>
              <a:t>StateBase</a:t>
            </a:r>
            <a:endParaRPr lang="en-US" sz="1200" dirty="0"/>
          </a:p>
        </p:txBody>
      </p:sp>
      <p:sp>
        <p:nvSpPr>
          <p:cNvPr id="60" name="Rectangle 59"/>
          <p:cNvSpPr/>
          <p:nvPr/>
        </p:nvSpPr>
        <p:spPr>
          <a:xfrm>
            <a:off x="474802" y="468897"/>
            <a:ext cx="1033272" cy="347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1A902D-F71F-46DA-AC73-C2ACA17B969A}"/>
              </a:ext>
            </a:extLst>
          </p:cNvPr>
          <p:cNvGrpSpPr/>
          <p:nvPr/>
        </p:nvGrpSpPr>
        <p:grpSpPr>
          <a:xfrm>
            <a:off x="5308864" y="1478452"/>
            <a:ext cx="1801537" cy="591747"/>
            <a:chOff x="4011595" y="4445843"/>
            <a:chExt cx="1801537" cy="591747"/>
          </a:xfrm>
        </p:grpSpPr>
        <p:sp>
          <p:nvSpPr>
            <p:cNvPr id="66" name="Rectangle 65"/>
            <p:cNvSpPr/>
            <p:nvPr/>
          </p:nvSpPr>
          <p:spPr>
            <a:xfrm>
              <a:off x="4011595" y="4484436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56058" y="4479145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011595" y="4799184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556058" y="4793893"/>
              <a:ext cx="204044" cy="2027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771628" y="4445843"/>
              <a:ext cx="10415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used by A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771628" y="4760591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 is an A</a:t>
              </a:r>
            </a:p>
          </p:txBody>
        </p:sp>
        <p:cxnSp>
          <p:nvCxnSpPr>
            <p:cNvPr id="75" name="Straight Arrow Connector 74"/>
            <p:cNvCxnSpPr>
              <a:stCxn id="70" idx="1"/>
              <a:endCxn id="69" idx="3"/>
            </p:cNvCxnSpPr>
            <p:nvPr/>
          </p:nvCxnSpPr>
          <p:spPr>
            <a:xfrm flipH="1">
              <a:off x="4215639" y="4895282"/>
              <a:ext cx="340419" cy="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68" idx="1"/>
              <a:endCxn id="66" idx="3"/>
            </p:cNvCxnSpPr>
            <p:nvPr/>
          </p:nvCxnSpPr>
          <p:spPr>
            <a:xfrm flipH="1">
              <a:off x="4215639" y="4580534"/>
              <a:ext cx="340419" cy="5291"/>
            </a:xfrm>
            <a:prstGeom prst="straightConnector1">
              <a:avLst/>
            </a:prstGeom>
            <a:ln>
              <a:tailEnd type="diamon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/>
            <a:stCxn id="36" idx="3"/>
            <a:endCxn id="59" idx="1"/>
          </p:cNvCxnSpPr>
          <p:nvPr/>
        </p:nvCxnSpPr>
        <p:spPr>
          <a:xfrm>
            <a:off x="3092411" y="639408"/>
            <a:ext cx="712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27B2185-E8EA-4E32-820E-D248A783B56E}"/>
              </a:ext>
            </a:extLst>
          </p:cNvPr>
          <p:cNvSpPr/>
          <p:nvPr/>
        </p:nvSpPr>
        <p:spPr>
          <a:xfrm>
            <a:off x="2059139" y="465672"/>
            <a:ext cx="1033272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Atmosphere</a:t>
            </a:r>
          </a:p>
          <a:p>
            <a:pPr algn="ctr"/>
            <a:r>
              <a:rPr lang="en-US" sz="1200" dirty="0"/>
              <a:t>State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33F178-C9F3-4B98-882B-6FBD981CB148}"/>
              </a:ext>
            </a:extLst>
          </p:cNvPr>
          <p:cNvCxnSpPr>
            <a:cxnSpLocks/>
            <a:stCxn id="36" idx="1"/>
            <a:endCxn id="60" idx="3"/>
          </p:cNvCxnSpPr>
          <p:nvPr/>
        </p:nvCxnSpPr>
        <p:spPr>
          <a:xfrm flipH="1">
            <a:off x="1508074" y="639408"/>
            <a:ext cx="551065" cy="3225"/>
          </a:xfrm>
          <a:prstGeom prst="straightConnector1">
            <a:avLst/>
          </a:prstGeom>
          <a:ln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0E1F8D-FA4A-47A0-BF52-681E657F1D8E}"/>
              </a:ext>
            </a:extLst>
          </p:cNvPr>
          <p:cNvSpPr txBox="1"/>
          <p:nvPr/>
        </p:nvSpPr>
        <p:spPr>
          <a:xfrm>
            <a:off x="761111" y="6110868"/>
            <a:ext cx="1814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AtmosphereState</a:t>
            </a:r>
            <a:endParaRPr lang="en-US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3D301EE-E0C3-4190-9F38-CC1C76E4F2D4}"/>
              </a:ext>
            </a:extLst>
          </p:cNvPr>
          <p:cNvCxnSpPr>
            <a:stCxn id="36" idx="2"/>
            <a:endCxn id="44" idx="1"/>
          </p:cNvCxnSpPr>
          <p:nvPr/>
        </p:nvCxnSpPr>
        <p:spPr>
          <a:xfrm rot="16200000" flipH="1">
            <a:off x="2950629" y="438289"/>
            <a:ext cx="479010" cy="1228719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3CED6C0-02DE-42C0-997D-A7EFE0391C7E}"/>
              </a:ext>
            </a:extLst>
          </p:cNvPr>
          <p:cNvSpPr/>
          <p:nvPr/>
        </p:nvSpPr>
        <p:spPr>
          <a:xfrm>
            <a:off x="2059139" y="1667595"/>
            <a:ext cx="1281624" cy="347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BodyAtmosphere</a:t>
            </a:r>
            <a:endParaRPr lang="en-US" sz="1200" dirty="0"/>
          </a:p>
          <a:p>
            <a:pPr algn="ctr"/>
            <a:r>
              <a:rPr lang="en-US" sz="1200" dirty="0"/>
              <a:t>State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1133DEC-5B0B-4E8A-BB18-6EBB4D5DD74A}"/>
              </a:ext>
            </a:extLst>
          </p:cNvPr>
          <p:cNvCxnSpPr>
            <a:cxnSpLocks/>
            <a:stCxn id="60" idx="3"/>
            <a:endCxn id="31" idx="1"/>
          </p:cNvCxnSpPr>
          <p:nvPr/>
        </p:nvCxnSpPr>
        <p:spPr>
          <a:xfrm>
            <a:off x="1508074" y="642633"/>
            <a:ext cx="551065" cy="1198698"/>
          </a:xfrm>
          <a:prstGeom prst="bentConnector3">
            <a:avLst>
              <a:gd name="adj1" fmla="val 50000"/>
            </a:avLst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0867324-7729-4A43-841F-A7B2402F8BF7}"/>
              </a:ext>
            </a:extLst>
          </p:cNvPr>
          <p:cNvCxnSpPr>
            <a:cxnSpLocks/>
            <a:stCxn id="44" idx="2"/>
            <a:endCxn id="31" idx="3"/>
          </p:cNvCxnSpPr>
          <p:nvPr/>
        </p:nvCxnSpPr>
        <p:spPr>
          <a:xfrm rot="5400000">
            <a:off x="3643227" y="1163427"/>
            <a:ext cx="375441" cy="980367"/>
          </a:xfrm>
          <a:prstGeom prst="bentConnector2">
            <a:avLst/>
          </a:prstGeom>
          <a:ln>
            <a:head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935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2011</TotalTime>
  <Words>504</Words>
  <Application>Microsoft Office PowerPoint</Application>
  <PresentationFormat>Widescreen</PresentationFormat>
  <Paragraphs>364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HPES ACES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Hoffman, James (LARC-D205)[TEAMS3]</dc:creator>
  <cp:lastModifiedBy>Hoffman, James (LARC-D205)[TEAMS2]</cp:lastModifiedBy>
  <cp:revision>65</cp:revision>
  <dcterms:created xsi:type="dcterms:W3CDTF">2019-04-05T18:13:11Z</dcterms:created>
  <dcterms:modified xsi:type="dcterms:W3CDTF">2023-03-16T20:20:26Z</dcterms:modified>
</cp:coreProperties>
</file>